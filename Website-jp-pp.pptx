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handoutMasterIdLst>
    <p:handoutMasterId r:id="rId19"/>
  </p:handoutMasterIdLst>
  <p:sldIdLst>
    <p:sldId id="269" r:id="rId2"/>
    <p:sldId id="257" r:id="rId3"/>
    <p:sldId id="270" r:id="rId4"/>
    <p:sldId id="271" r:id="rId5"/>
    <p:sldId id="272" r:id="rId6"/>
    <p:sldId id="273" r:id="rId7"/>
    <p:sldId id="274" r:id="rId8"/>
    <p:sldId id="275" r:id="rId9"/>
    <p:sldId id="276" r:id="rId10"/>
    <p:sldId id="259" r:id="rId11"/>
    <p:sldId id="280" r:id="rId12"/>
    <p:sldId id="281" r:id="rId13"/>
    <p:sldId id="263" r:id="rId14"/>
    <p:sldId id="277" r:id="rId15"/>
    <p:sldId id="278" r:id="rId16"/>
    <p:sldId id="279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121FEDF-8A82-4D95-9453-9332A1D92197}" v="79" dt="2020-07-11T09:34:13.459"/>
    <p1510:client id="{B0446A1E-06C5-4139-9465-CFB0E313EC23}" v="1244" dt="2020-07-11T09:22:21.657"/>
    <p1510:client id="{DACF1B35-9E9A-4D86-A819-930F6871A9EE}" v="344" dt="2020-07-11T12:15:37.253"/>
    <p1510:client id="{F151043A-B25D-4D3A-A184-1FAD938277FA}" v="1231" dt="2020-07-11T14:17:32.39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954" y="28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oàng Nguyễn" userId="d51f46e73497885a" providerId="Windows Live" clId="Web-{B0446A1E-06C5-4139-9465-CFB0E313EC23}"/>
    <pc:docChg chg="addSld delSld modSld sldOrd modMainMaster">
      <pc:chgData name="Hoàng Nguyễn" userId="d51f46e73497885a" providerId="Windows Live" clId="Web-{B0446A1E-06C5-4139-9465-CFB0E313EC23}" dt="2020-07-11T09:22:21.657" v="1239"/>
      <pc:docMkLst>
        <pc:docMk/>
      </pc:docMkLst>
      <pc:sldChg chg="addSp delSp modSp del">
        <pc:chgData name="Hoàng Nguyễn" userId="d51f46e73497885a" providerId="Windows Live" clId="Web-{B0446A1E-06C5-4139-9465-CFB0E313EC23}" dt="2020-07-11T08:26:59.647" v="12"/>
        <pc:sldMkLst>
          <pc:docMk/>
          <pc:sldMk cId="1652133998" sldId="256"/>
        </pc:sldMkLst>
        <pc:spChg chg="add del mod">
          <ac:chgData name="Hoàng Nguyễn" userId="d51f46e73497885a" providerId="Windows Live" clId="Web-{B0446A1E-06C5-4139-9465-CFB0E313EC23}" dt="2020-07-11T08:26:16.707" v="6"/>
          <ac:spMkLst>
            <pc:docMk/>
            <pc:sldMk cId="1652133998" sldId="256"/>
            <ac:spMk id="8" creationId="{CE5420D3-8530-47E4-B02B-CDE5AC7F7C02}"/>
          </ac:spMkLst>
        </pc:spChg>
        <pc:picChg chg="add del mod">
          <ac:chgData name="Hoàng Nguyễn" userId="d51f46e73497885a" providerId="Windows Live" clId="Web-{B0446A1E-06C5-4139-9465-CFB0E313EC23}" dt="2020-07-11T08:26:16.723" v="9"/>
          <ac:picMkLst>
            <pc:docMk/>
            <pc:sldMk cId="1652133998" sldId="256"/>
            <ac:picMk id="2" creationId="{AFE765E4-A01F-4C71-8BA7-77FEA9FA87F9}"/>
          </ac:picMkLst>
        </pc:picChg>
        <pc:picChg chg="add del mod">
          <ac:chgData name="Hoàng Nguyễn" userId="d51f46e73497885a" providerId="Windows Live" clId="Web-{B0446A1E-06C5-4139-9465-CFB0E313EC23}" dt="2020-07-11T08:26:16.723" v="8"/>
          <ac:picMkLst>
            <pc:docMk/>
            <pc:sldMk cId="1652133998" sldId="256"/>
            <ac:picMk id="3" creationId="{020CE875-6C6A-4AD7-B9F9-E1EB4E60DB87}"/>
          </ac:picMkLst>
        </pc:picChg>
        <pc:picChg chg="add del mod">
          <ac:chgData name="Hoàng Nguyễn" userId="d51f46e73497885a" providerId="Windows Live" clId="Web-{B0446A1E-06C5-4139-9465-CFB0E313EC23}" dt="2020-07-11T08:26:16.707" v="7"/>
          <ac:picMkLst>
            <pc:docMk/>
            <pc:sldMk cId="1652133998" sldId="256"/>
            <ac:picMk id="5" creationId="{AA129FAA-91E0-44D2-844D-C00AC5E0F584}"/>
          </ac:picMkLst>
        </pc:picChg>
      </pc:sldChg>
      <pc:sldChg chg="modSp modTransition">
        <pc:chgData name="Hoàng Nguyễn" userId="d51f46e73497885a" providerId="Windows Live" clId="Web-{B0446A1E-06C5-4139-9465-CFB0E313EC23}" dt="2020-07-11T09:03:39.939" v="1075"/>
        <pc:sldMkLst>
          <pc:docMk/>
          <pc:sldMk cId="1654255301" sldId="257"/>
        </pc:sldMkLst>
        <pc:spChg chg="mod">
          <ac:chgData name="Hoàng Nguyễn" userId="d51f46e73497885a" providerId="Windows Live" clId="Web-{B0446A1E-06C5-4139-9465-CFB0E313EC23}" dt="2020-07-11T08:37:51.261" v="271" actId="20577"/>
          <ac:spMkLst>
            <pc:docMk/>
            <pc:sldMk cId="1654255301" sldId="257"/>
            <ac:spMk id="13" creationId="{00000000-0000-0000-0000-000000000000}"/>
          </ac:spMkLst>
        </pc:spChg>
        <pc:spChg chg="mod">
          <ac:chgData name="Hoàng Nguyễn" userId="d51f46e73497885a" providerId="Windows Live" clId="Web-{B0446A1E-06C5-4139-9465-CFB0E313EC23}" dt="2020-07-11T08:41:58.024" v="422" actId="20577"/>
          <ac:spMkLst>
            <pc:docMk/>
            <pc:sldMk cId="1654255301" sldId="257"/>
            <ac:spMk id="14" creationId="{00000000-0000-0000-0000-000000000000}"/>
          </ac:spMkLst>
        </pc:spChg>
      </pc:sldChg>
      <pc:sldChg chg="addSp delSp modSp modTransition addAnim delAnim modAnim modNotes">
        <pc:chgData name="Hoàng Nguyễn" userId="d51f46e73497885a" providerId="Windows Live" clId="Web-{B0446A1E-06C5-4139-9465-CFB0E313EC23}" dt="2020-07-11T09:12:08.014" v="1185"/>
        <pc:sldMkLst>
          <pc:docMk/>
          <pc:sldMk cId="4010278615" sldId="258"/>
        </pc:sldMkLst>
        <pc:spChg chg="mod">
          <ac:chgData name="Hoàng Nguyễn" userId="d51f46e73497885a" providerId="Windows Live" clId="Web-{B0446A1E-06C5-4139-9465-CFB0E313EC23}" dt="2020-07-11T08:42:35.558" v="437" actId="20577"/>
          <ac:spMkLst>
            <pc:docMk/>
            <pc:sldMk cId="4010278615" sldId="258"/>
            <ac:spMk id="2" creationId="{00000000-0000-0000-0000-000000000000}"/>
          </ac:spMkLst>
        </pc:spChg>
        <pc:spChg chg="add mod">
          <ac:chgData name="Hoàng Nguyễn" userId="d51f46e73497885a" providerId="Windows Live" clId="Web-{B0446A1E-06C5-4139-9465-CFB0E313EC23}" dt="2020-07-11T09:11:36.747" v="1175" actId="20577"/>
          <ac:spMkLst>
            <pc:docMk/>
            <pc:sldMk cId="4010278615" sldId="258"/>
            <ac:spMk id="4" creationId="{62077CAF-0911-4288-8FCC-652B3AFF166F}"/>
          </ac:spMkLst>
        </pc:spChg>
        <pc:spChg chg="add mod">
          <ac:chgData name="Hoàng Nguyễn" userId="d51f46e73497885a" providerId="Windows Live" clId="Web-{B0446A1E-06C5-4139-9465-CFB0E313EC23}" dt="2020-07-11T08:55:17.318" v="977" actId="20577"/>
          <ac:spMkLst>
            <pc:docMk/>
            <pc:sldMk cId="4010278615" sldId="258"/>
            <ac:spMk id="5" creationId="{EE2142C6-AE5B-412C-ABD4-087C122CE12F}"/>
          </ac:spMkLst>
        </pc:spChg>
        <pc:spChg chg="add del mod">
          <ac:chgData name="Hoàng Nguyễn" userId="d51f46e73497885a" providerId="Windows Live" clId="Web-{B0446A1E-06C5-4139-9465-CFB0E313EC23}" dt="2020-07-11T09:09:03.441" v="1148"/>
          <ac:spMkLst>
            <pc:docMk/>
            <pc:sldMk cId="4010278615" sldId="258"/>
            <ac:spMk id="7" creationId="{2884DEE3-52FD-401B-980B-3E062B61ED4C}"/>
          </ac:spMkLst>
        </pc:spChg>
        <pc:graphicFrameChg chg="del">
          <ac:chgData name="Hoàng Nguyễn" userId="d51f46e73497885a" providerId="Windows Live" clId="Web-{B0446A1E-06C5-4139-9465-CFB0E313EC23}" dt="2020-07-11T08:42:37.776" v="440"/>
          <ac:graphicFrameMkLst>
            <pc:docMk/>
            <pc:sldMk cId="4010278615" sldId="258"/>
            <ac:graphicFrameMk id="6" creationId="{00000000-0000-0000-0000-000000000000}"/>
          </ac:graphicFrameMkLst>
        </pc:graphicFrameChg>
      </pc:sldChg>
      <pc:sldChg chg="modTransition">
        <pc:chgData name="Hoàng Nguyễn" userId="d51f46e73497885a" providerId="Windows Live" clId="Web-{B0446A1E-06C5-4139-9465-CFB0E313EC23}" dt="2020-07-11T09:03:39.939" v="1075"/>
        <pc:sldMkLst>
          <pc:docMk/>
          <pc:sldMk cId="2853788422" sldId="259"/>
        </pc:sldMkLst>
      </pc:sldChg>
      <pc:sldChg chg="modTransition">
        <pc:chgData name="Hoàng Nguyễn" userId="d51f46e73497885a" providerId="Windows Live" clId="Web-{B0446A1E-06C5-4139-9465-CFB0E313EC23}" dt="2020-07-11T09:03:39.939" v="1075"/>
        <pc:sldMkLst>
          <pc:docMk/>
          <pc:sldMk cId="4224509479" sldId="260"/>
        </pc:sldMkLst>
      </pc:sldChg>
      <pc:sldChg chg="modTransition">
        <pc:chgData name="Hoàng Nguyễn" userId="d51f46e73497885a" providerId="Windows Live" clId="Web-{B0446A1E-06C5-4139-9465-CFB0E313EC23}" dt="2020-07-11T09:03:39.939" v="1075"/>
        <pc:sldMkLst>
          <pc:docMk/>
          <pc:sldMk cId="132884364" sldId="261"/>
        </pc:sldMkLst>
      </pc:sldChg>
      <pc:sldChg chg="modTransition">
        <pc:chgData name="Hoàng Nguyễn" userId="d51f46e73497885a" providerId="Windows Live" clId="Web-{B0446A1E-06C5-4139-9465-CFB0E313EC23}" dt="2020-07-11T09:03:39.939" v="1075"/>
        <pc:sldMkLst>
          <pc:docMk/>
          <pc:sldMk cId="2224495804" sldId="262"/>
        </pc:sldMkLst>
      </pc:sldChg>
      <pc:sldChg chg="modTransition">
        <pc:chgData name="Hoàng Nguyễn" userId="d51f46e73497885a" providerId="Windows Live" clId="Web-{B0446A1E-06C5-4139-9465-CFB0E313EC23}" dt="2020-07-11T09:03:39.939" v="1075"/>
        <pc:sldMkLst>
          <pc:docMk/>
          <pc:sldMk cId="1527004159" sldId="263"/>
        </pc:sldMkLst>
      </pc:sldChg>
      <pc:sldChg chg="modTransition">
        <pc:chgData name="Hoàng Nguyễn" userId="d51f46e73497885a" providerId="Windows Live" clId="Web-{B0446A1E-06C5-4139-9465-CFB0E313EC23}" dt="2020-07-11T09:03:39.939" v="1075"/>
        <pc:sldMkLst>
          <pc:docMk/>
          <pc:sldMk cId="1800380133" sldId="264"/>
        </pc:sldMkLst>
      </pc:sldChg>
      <pc:sldChg chg="modTransition">
        <pc:chgData name="Hoàng Nguyễn" userId="d51f46e73497885a" providerId="Windows Live" clId="Web-{B0446A1E-06C5-4139-9465-CFB0E313EC23}" dt="2020-07-11T09:03:39.939" v="1075"/>
        <pc:sldMkLst>
          <pc:docMk/>
          <pc:sldMk cId="3197023440" sldId="265"/>
        </pc:sldMkLst>
      </pc:sldChg>
      <pc:sldChg chg="modTransition">
        <pc:chgData name="Hoàng Nguyễn" userId="d51f46e73497885a" providerId="Windows Live" clId="Web-{B0446A1E-06C5-4139-9465-CFB0E313EC23}" dt="2020-07-11T09:03:39.939" v="1075"/>
        <pc:sldMkLst>
          <pc:docMk/>
          <pc:sldMk cId="3683544629" sldId="266"/>
        </pc:sldMkLst>
      </pc:sldChg>
      <pc:sldChg chg="modTransition">
        <pc:chgData name="Hoàng Nguyễn" userId="d51f46e73497885a" providerId="Windows Live" clId="Web-{B0446A1E-06C5-4139-9465-CFB0E313EC23}" dt="2020-07-11T09:03:39.939" v="1075"/>
        <pc:sldMkLst>
          <pc:docMk/>
          <pc:sldMk cId="1315647518" sldId="268"/>
        </pc:sldMkLst>
      </pc:sldChg>
      <pc:sldChg chg="addSp delSp modSp new mod modTransition modClrScheme chgLayout">
        <pc:chgData name="Hoàng Nguyễn" userId="d51f46e73497885a" providerId="Windows Live" clId="Web-{B0446A1E-06C5-4139-9465-CFB0E313EC23}" dt="2020-07-11T09:03:39.939" v="1075"/>
        <pc:sldMkLst>
          <pc:docMk/>
          <pc:sldMk cId="2843801760" sldId="269"/>
        </pc:sldMkLst>
        <pc:spChg chg="del">
          <ac:chgData name="Hoàng Nguyễn" userId="d51f46e73497885a" providerId="Windows Live" clId="Web-{B0446A1E-06C5-4139-9465-CFB0E313EC23}" dt="2020-07-11T08:26:53.990" v="11"/>
          <ac:spMkLst>
            <pc:docMk/>
            <pc:sldMk cId="2843801760" sldId="269"/>
            <ac:spMk id="2" creationId="{894382C5-5AB2-4106-B6F3-5DCBA8A391FA}"/>
          </ac:spMkLst>
        </pc:spChg>
        <pc:spChg chg="del">
          <ac:chgData name="Hoàng Nguyễn" userId="d51f46e73497885a" providerId="Windows Live" clId="Web-{B0446A1E-06C5-4139-9465-CFB0E313EC23}" dt="2020-07-11T08:26:53.990" v="11"/>
          <ac:spMkLst>
            <pc:docMk/>
            <pc:sldMk cId="2843801760" sldId="269"/>
            <ac:spMk id="3" creationId="{B5A28023-102A-454B-861A-E9CAC2ADA690}"/>
          </ac:spMkLst>
        </pc:spChg>
        <pc:spChg chg="del">
          <ac:chgData name="Hoàng Nguyễn" userId="d51f46e73497885a" providerId="Windows Live" clId="Web-{B0446A1E-06C5-4139-9465-CFB0E313EC23}" dt="2020-07-11T08:26:53.990" v="11"/>
          <ac:spMkLst>
            <pc:docMk/>
            <pc:sldMk cId="2843801760" sldId="269"/>
            <ac:spMk id="4" creationId="{DBA1D1BD-2671-40BD-997D-6E5DB8510FC1}"/>
          </ac:spMkLst>
        </pc:spChg>
        <pc:spChg chg="add mod">
          <ac:chgData name="Hoàng Nguyễn" userId="d51f46e73497885a" providerId="Windows Live" clId="Web-{B0446A1E-06C5-4139-9465-CFB0E313EC23}" dt="2020-07-11T08:29:06.107" v="54" actId="1076"/>
          <ac:spMkLst>
            <pc:docMk/>
            <pc:sldMk cId="2843801760" sldId="269"/>
            <ac:spMk id="8" creationId="{2B248F85-DBA9-4E75-8875-2BEC6179F096}"/>
          </ac:spMkLst>
        </pc:spChg>
        <pc:spChg chg="add mod">
          <ac:chgData name="Hoàng Nguyễn" userId="d51f46e73497885a" providerId="Windows Live" clId="Web-{B0446A1E-06C5-4139-9465-CFB0E313EC23}" dt="2020-07-11T08:32:58.401" v="238" actId="20577"/>
          <ac:spMkLst>
            <pc:docMk/>
            <pc:sldMk cId="2843801760" sldId="269"/>
            <ac:spMk id="9" creationId="{FDB05B91-6343-43E3-9AB0-510A3C1C36BE}"/>
          </ac:spMkLst>
        </pc:spChg>
        <pc:picChg chg="add mod">
          <ac:chgData name="Hoàng Nguyễn" userId="d51f46e73497885a" providerId="Windows Live" clId="Web-{B0446A1E-06C5-4139-9465-CFB0E313EC23}" dt="2020-07-11T08:28:00.994" v="39" actId="1076"/>
          <ac:picMkLst>
            <pc:docMk/>
            <pc:sldMk cId="2843801760" sldId="269"/>
            <ac:picMk id="5" creationId="{15A7C5C1-6650-4F9F-A8D5-040048640466}"/>
          </ac:picMkLst>
        </pc:picChg>
        <pc:picChg chg="add mod">
          <ac:chgData name="Hoàng Nguyễn" userId="d51f46e73497885a" providerId="Windows Live" clId="Web-{B0446A1E-06C5-4139-9465-CFB0E313EC23}" dt="2020-07-11T08:28:14.870" v="41" actId="1076"/>
          <ac:picMkLst>
            <pc:docMk/>
            <pc:sldMk cId="2843801760" sldId="269"/>
            <ac:picMk id="6" creationId="{38417DA3-E65C-4D5E-9BB4-C59C95EC6CEA}"/>
          </ac:picMkLst>
        </pc:picChg>
        <pc:picChg chg="add mod">
          <ac:chgData name="Hoàng Nguyễn" userId="d51f46e73497885a" providerId="Windows Live" clId="Web-{B0446A1E-06C5-4139-9465-CFB0E313EC23}" dt="2020-07-11T08:28:05.432" v="40" actId="1076"/>
          <ac:picMkLst>
            <pc:docMk/>
            <pc:sldMk cId="2843801760" sldId="269"/>
            <ac:picMk id="7" creationId="{C1E805C1-56AA-4D1B-8611-2DFDBA53674B}"/>
          </ac:picMkLst>
        </pc:picChg>
      </pc:sldChg>
      <pc:sldChg chg="addSp delSp modSp add ord replId addAnim delAnim">
        <pc:chgData name="Hoàng Nguyễn" userId="d51f46e73497885a" providerId="Windows Live" clId="Web-{B0446A1E-06C5-4139-9465-CFB0E313EC23}" dt="2020-07-11T09:22:21.657" v="1239"/>
        <pc:sldMkLst>
          <pc:docMk/>
          <pc:sldMk cId="1424057063" sldId="270"/>
        </pc:sldMkLst>
        <pc:spChg chg="add">
          <ac:chgData name="Hoàng Nguyễn" userId="d51f46e73497885a" providerId="Windows Live" clId="Web-{B0446A1E-06C5-4139-9465-CFB0E313EC23}" dt="2020-07-11T09:22:21.657" v="1239"/>
          <ac:spMkLst>
            <pc:docMk/>
            <pc:sldMk cId="1424057063" sldId="270"/>
            <ac:spMk id="3" creationId="{77C6424A-756A-45CA-8E35-B2405987881C}"/>
          </ac:spMkLst>
        </pc:spChg>
        <pc:spChg chg="mod">
          <ac:chgData name="Hoàng Nguyễn" userId="d51f46e73497885a" providerId="Windows Live" clId="Web-{B0446A1E-06C5-4139-9465-CFB0E313EC23}" dt="2020-07-11T09:21:13.200" v="1230" actId="20577"/>
          <ac:spMkLst>
            <pc:docMk/>
            <pc:sldMk cId="1424057063" sldId="270"/>
            <ac:spMk id="4" creationId="{62077CAF-0911-4288-8FCC-652B3AFF166F}"/>
          </ac:spMkLst>
        </pc:spChg>
        <pc:spChg chg="add del mod">
          <ac:chgData name="Hoàng Nguyễn" userId="d51f46e73497885a" providerId="Windows Live" clId="Web-{B0446A1E-06C5-4139-9465-CFB0E313EC23}" dt="2020-07-11T09:21:48.342" v="1238"/>
          <ac:spMkLst>
            <pc:docMk/>
            <pc:sldMk cId="1424057063" sldId="270"/>
            <ac:spMk id="5" creationId="{EE2142C6-AE5B-412C-ABD4-087C122CE12F}"/>
          </ac:spMkLst>
        </pc:spChg>
      </pc:sldChg>
      <pc:sldMasterChg chg="modTransition modSldLayout">
        <pc:chgData name="Hoàng Nguyễn" userId="d51f46e73497885a" providerId="Windows Live" clId="Web-{B0446A1E-06C5-4139-9465-CFB0E313EC23}" dt="2020-07-11T09:03:39.939" v="1075"/>
        <pc:sldMasterMkLst>
          <pc:docMk/>
          <pc:sldMasterMk cId="2346251051" sldId="2147483648"/>
        </pc:sldMasterMkLst>
        <pc:sldLayoutChg chg="modTransition">
          <pc:chgData name="Hoàng Nguyễn" userId="d51f46e73497885a" providerId="Windows Live" clId="Web-{B0446A1E-06C5-4139-9465-CFB0E313EC23}" dt="2020-07-11T09:03:39.939" v="1075"/>
          <pc:sldLayoutMkLst>
            <pc:docMk/>
            <pc:sldMasterMk cId="2346251051" sldId="2147483648"/>
            <pc:sldLayoutMk cId="1659756515" sldId="2147483649"/>
          </pc:sldLayoutMkLst>
        </pc:sldLayoutChg>
        <pc:sldLayoutChg chg="modTransition">
          <pc:chgData name="Hoàng Nguyễn" userId="d51f46e73497885a" providerId="Windows Live" clId="Web-{B0446A1E-06C5-4139-9465-CFB0E313EC23}" dt="2020-07-11T09:03:39.939" v="1075"/>
          <pc:sldLayoutMkLst>
            <pc:docMk/>
            <pc:sldMasterMk cId="2346251051" sldId="2147483648"/>
            <pc:sldLayoutMk cId="3786876825" sldId="2147483650"/>
          </pc:sldLayoutMkLst>
        </pc:sldLayoutChg>
        <pc:sldLayoutChg chg="modTransition">
          <pc:chgData name="Hoàng Nguyễn" userId="d51f46e73497885a" providerId="Windows Live" clId="Web-{B0446A1E-06C5-4139-9465-CFB0E313EC23}" dt="2020-07-11T09:03:39.939" v="1075"/>
          <pc:sldLayoutMkLst>
            <pc:docMk/>
            <pc:sldMasterMk cId="2346251051" sldId="2147483648"/>
            <pc:sldLayoutMk cId="3602678805" sldId="2147483651"/>
          </pc:sldLayoutMkLst>
        </pc:sldLayoutChg>
        <pc:sldLayoutChg chg="modTransition">
          <pc:chgData name="Hoàng Nguyễn" userId="d51f46e73497885a" providerId="Windows Live" clId="Web-{B0446A1E-06C5-4139-9465-CFB0E313EC23}" dt="2020-07-11T09:03:39.939" v="1075"/>
          <pc:sldLayoutMkLst>
            <pc:docMk/>
            <pc:sldMasterMk cId="2346251051" sldId="2147483648"/>
            <pc:sldLayoutMk cId="3527791066" sldId="2147483652"/>
          </pc:sldLayoutMkLst>
        </pc:sldLayoutChg>
        <pc:sldLayoutChg chg="modTransition">
          <pc:chgData name="Hoàng Nguyễn" userId="d51f46e73497885a" providerId="Windows Live" clId="Web-{B0446A1E-06C5-4139-9465-CFB0E313EC23}" dt="2020-07-11T09:03:39.939" v="1075"/>
          <pc:sldLayoutMkLst>
            <pc:docMk/>
            <pc:sldMasterMk cId="2346251051" sldId="2147483648"/>
            <pc:sldLayoutMk cId="3971016106" sldId="2147483653"/>
          </pc:sldLayoutMkLst>
        </pc:sldLayoutChg>
        <pc:sldLayoutChg chg="modTransition">
          <pc:chgData name="Hoàng Nguyễn" userId="d51f46e73497885a" providerId="Windows Live" clId="Web-{B0446A1E-06C5-4139-9465-CFB0E313EC23}" dt="2020-07-11T09:03:39.939" v="1075"/>
          <pc:sldLayoutMkLst>
            <pc:docMk/>
            <pc:sldMasterMk cId="2346251051" sldId="2147483648"/>
            <pc:sldLayoutMk cId="1758111529" sldId="2147483654"/>
          </pc:sldLayoutMkLst>
        </pc:sldLayoutChg>
        <pc:sldLayoutChg chg="modTransition">
          <pc:chgData name="Hoàng Nguyễn" userId="d51f46e73497885a" providerId="Windows Live" clId="Web-{B0446A1E-06C5-4139-9465-CFB0E313EC23}" dt="2020-07-11T09:03:39.939" v="1075"/>
          <pc:sldLayoutMkLst>
            <pc:docMk/>
            <pc:sldMasterMk cId="2346251051" sldId="2147483648"/>
            <pc:sldLayoutMk cId="302416926" sldId="2147483655"/>
          </pc:sldLayoutMkLst>
        </pc:sldLayoutChg>
        <pc:sldLayoutChg chg="modTransition">
          <pc:chgData name="Hoàng Nguyễn" userId="d51f46e73497885a" providerId="Windows Live" clId="Web-{B0446A1E-06C5-4139-9465-CFB0E313EC23}" dt="2020-07-11T09:03:39.939" v="1075"/>
          <pc:sldLayoutMkLst>
            <pc:docMk/>
            <pc:sldMasterMk cId="2346251051" sldId="2147483648"/>
            <pc:sldLayoutMk cId="3769764688" sldId="2147483656"/>
          </pc:sldLayoutMkLst>
        </pc:sldLayoutChg>
        <pc:sldLayoutChg chg="modTransition">
          <pc:chgData name="Hoàng Nguyễn" userId="d51f46e73497885a" providerId="Windows Live" clId="Web-{B0446A1E-06C5-4139-9465-CFB0E313EC23}" dt="2020-07-11T09:03:39.939" v="1075"/>
          <pc:sldLayoutMkLst>
            <pc:docMk/>
            <pc:sldMasterMk cId="2346251051" sldId="2147483648"/>
            <pc:sldLayoutMk cId="769637093" sldId="2147483657"/>
          </pc:sldLayoutMkLst>
        </pc:sldLayoutChg>
        <pc:sldLayoutChg chg="modTransition">
          <pc:chgData name="Hoàng Nguyễn" userId="d51f46e73497885a" providerId="Windows Live" clId="Web-{B0446A1E-06C5-4139-9465-CFB0E313EC23}" dt="2020-07-11T09:03:39.939" v="1075"/>
          <pc:sldLayoutMkLst>
            <pc:docMk/>
            <pc:sldMasterMk cId="2346251051" sldId="2147483648"/>
            <pc:sldLayoutMk cId="2012076707" sldId="2147483658"/>
          </pc:sldLayoutMkLst>
        </pc:sldLayoutChg>
        <pc:sldLayoutChg chg="modTransition">
          <pc:chgData name="Hoàng Nguyễn" userId="d51f46e73497885a" providerId="Windows Live" clId="Web-{B0446A1E-06C5-4139-9465-CFB0E313EC23}" dt="2020-07-11T09:03:39.939" v="1075"/>
          <pc:sldLayoutMkLst>
            <pc:docMk/>
            <pc:sldMasterMk cId="2346251051" sldId="2147483648"/>
            <pc:sldLayoutMk cId="445927127" sldId="2147483659"/>
          </pc:sldLayoutMkLst>
        </pc:sldLayoutChg>
        <pc:sldLayoutChg chg="modTransition">
          <pc:chgData name="Hoàng Nguyễn" userId="d51f46e73497885a" providerId="Windows Live" clId="Web-{B0446A1E-06C5-4139-9465-CFB0E313EC23}" dt="2020-07-11T09:03:39.939" v="1075"/>
          <pc:sldLayoutMkLst>
            <pc:docMk/>
            <pc:sldMasterMk cId="2346251051" sldId="2147483648"/>
            <pc:sldLayoutMk cId="2673943605" sldId="2147483660"/>
          </pc:sldLayoutMkLst>
        </pc:sldLayoutChg>
      </pc:sldMasterChg>
    </pc:docChg>
  </pc:docChgLst>
  <pc:docChgLst>
    <pc:chgData name="Hoàng Nguyễn" userId="d51f46e73497885a" providerId="Windows Live" clId="Web-{DACF1B35-9E9A-4D86-A819-930F6871A9EE}"/>
    <pc:docChg chg="addSld delSld modSld">
      <pc:chgData name="Hoàng Nguyễn" userId="d51f46e73497885a" providerId="Windows Live" clId="Web-{DACF1B35-9E9A-4D86-A819-930F6871A9EE}" dt="2020-07-11T12:15:37.253" v="343" actId="20577"/>
      <pc:docMkLst>
        <pc:docMk/>
      </pc:docMkLst>
      <pc:sldChg chg="del">
        <pc:chgData name="Hoàng Nguyễn" userId="d51f46e73497885a" providerId="Windows Live" clId="Web-{DACF1B35-9E9A-4D86-A819-930F6871A9EE}" dt="2020-07-11T12:09:48.419" v="1"/>
        <pc:sldMkLst>
          <pc:docMk/>
          <pc:sldMk cId="4010278615" sldId="258"/>
        </pc:sldMkLst>
      </pc:sldChg>
      <pc:sldChg chg="modSp">
        <pc:chgData name="Hoàng Nguyễn" userId="d51f46e73497885a" providerId="Windows Live" clId="Web-{DACF1B35-9E9A-4D86-A819-930F6871A9EE}" dt="2020-07-11T12:10:13.576" v="56" actId="20577"/>
        <pc:sldMkLst>
          <pc:docMk/>
          <pc:sldMk cId="1424057063" sldId="270"/>
        </pc:sldMkLst>
        <pc:spChg chg="mod">
          <ac:chgData name="Hoàng Nguyễn" userId="d51f46e73497885a" providerId="Windows Live" clId="Web-{DACF1B35-9E9A-4D86-A819-930F6871A9EE}" dt="2020-07-11T12:10:13.576" v="56" actId="20577"/>
          <ac:spMkLst>
            <pc:docMk/>
            <pc:sldMk cId="1424057063" sldId="270"/>
            <ac:spMk id="4" creationId="{62077CAF-0911-4288-8FCC-652B3AFF166F}"/>
          </ac:spMkLst>
        </pc:spChg>
      </pc:sldChg>
      <pc:sldChg chg="delSp modSp add replId delAnim">
        <pc:chgData name="Hoàng Nguyễn" userId="d51f46e73497885a" providerId="Windows Live" clId="Web-{DACF1B35-9E9A-4D86-A819-930F6871A9EE}" dt="2020-07-11T12:11:26.362" v="88" actId="20577"/>
        <pc:sldMkLst>
          <pc:docMk/>
          <pc:sldMk cId="1181773150" sldId="271"/>
        </pc:sldMkLst>
        <pc:spChg chg="mod">
          <ac:chgData name="Hoàng Nguyễn" userId="d51f46e73497885a" providerId="Windows Live" clId="Web-{DACF1B35-9E9A-4D86-A819-930F6871A9EE}" dt="2020-07-11T12:11:03.626" v="84" actId="20577"/>
          <ac:spMkLst>
            <pc:docMk/>
            <pc:sldMk cId="1181773150" sldId="271"/>
            <ac:spMk id="3" creationId="{77C6424A-756A-45CA-8E35-B2405987881C}"/>
          </ac:spMkLst>
        </pc:spChg>
        <pc:spChg chg="mod">
          <ac:chgData name="Hoàng Nguyễn" userId="d51f46e73497885a" providerId="Windows Live" clId="Web-{DACF1B35-9E9A-4D86-A819-930F6871A9EE}" dt="2020-07-11T12:11:26.362" v="88" actId="20577"/>
          <ac:spMkLst>
            <pc:docMk/>
            <pc:sldMk cId="1181773150" sldId="271"/>
            <ac:spMk id="5" creationId="{49DF0F19-26D9-4EB6-AC5C-5BD3E9B23565}"/>
          </ac:spMkLst>
        </pc:spChg>
        <pc:spChg chg="del">
          <ac:chgData name="Hoàng Nguyễn" userId="d51f46e73497885a" providerId="Windows Live" clId="Web-{DACF1B35-9E9A-4D86-A819-930F6871A9EE}" dt="2020-07-11T12:10:46.500" v="65"/>
          <ac:spMkLst>
            <pc:docMk/>
            <pc:sldMk cId="1181773150" sldId="271"/>
            <ac:spMk id="7" creationId="{86A5D8B9-DF03-46E4-A576-F299FDB7A5E7}"/>
          </ac:spMkLst>
        </pc:spChg>
        <pc:spChg chg="del">
          <ac:chgData name="Hoàng Nguyễn" userId="d51f46e73497885a" providerId="Windows Live" clId="Web-{DACF1B35-9E9A-4D86-A819-930F6871A9EE}" dt="2020-07-11T12:10:45.141" v="64"/>
          <ac:spMkLst>
            <pc:docMk/>
            <pc:sldMk cId="1181773150" sldId="271"/>
            <ac:spMk id="9" creationId="{177CCB8B-53B7-4133-94D3-4A241E2079CB}"/>
          </ac:spMkLst>
        </pc:spChg>
        <pc:spChg chg="del">
          <ac:chgData name="Hoàng Nguyễn" userId="d51f46e73497885a" providerId="Windows Live" clId="Web-{DACF1B35-9E9A-4D86-A819-930F6871A9EE}" dt="2020-07-11T12:10:43.547" v="63"/>
          <ac:spMkLst>
            <pc:docMk/>
            <pc:sldMk cId="1181773150" sldId="271"/>
            <ac:spMk id="11" creationId="{B669DE82-0268-41C8-81D6-DE60A1A63AC2}"/>
          </ac:spMkLst>
        </pc:spChg>
        <pc:spChg chg="del">
          <ac:chgData name="Hoàng Nguyễn" userId="d51f46e73497885a" providerId="Windows Live" clId="Web-{DACF1B35-9E9A-4D86-A819-930F6871A9EE}" dt="2020-07-11T12:10:43.313" v="62"/>
          <ac:spMkLst>
            <pc:docMk/>
            <pc:sldMk cId="1181773150" sldId="271"/>
            <ac:spMk id="13" creationId="{80F86D54-F129-42C0-9505-96B1082CDCCB}"/>
          </ac:spMkLst>
        </pc:spChg>
        <pc:spChg chg="mod">
          <ac:chgData name="Hoàng Nguyễn" userId="d51f46e73497885a" providerId="Windows Live" clId="Web-{DACF1B35-9E9A-4D86-A819-930F6871A9EE}" dt="2020-07-11T12:10:41.828" v="60" actId="20577"/>
          <ac:spMkLst>
            <pc:docMk/>
            <pc:sldMk cId="1181773150" sldId="271"/>
            <ac:spMk id="14" creationId="{FF711810-B0BC-4143-BC2B-1E1BA9D24E2A}"/>
          </ac:spMkLst>
        </pc:spChg>
      </pc:sldChg>
      <pc:sldChg chg="delSp modSp add replId delAnim">
        <pc:chgData name="Hoàng Nguyễn" userId="d51f46e73497885a" providerId="Windows Live" clId="Web-{DACF1B35-9E9A-4D86-A819-930F6871A9EE}" dt="2020-07-11T12:15:37.253" v="342" actId="20577"/>
        <pc:sldMkLst>
          <pc:docMk/>
          <pc:sldMk cId="3929879675" sldId="272"/>
        </pc:sldMkLst>
        <pc:spChg chg="mod">
          <ac:chgData name="Hoàng Nguyễn" userId="d51f46e73497885a" providerId="Windows Live" clId="Web-{DACF1B35-9E9A-4D86-A819-930F6871A9EE}" dt="2020-07-11T12:15:37.253" v="342" actId="20577"/>
          <ac:spMkLst>
            <pc:docMk/>
            <pc:sldMk cId="3929879675" sldId="272"/>
            <ac:spMk id="3" creationId="{77C6424A-756A-45CA-8E35-B2405987881C}"/>
          </ac:spMkLst>
        </pc:spChg>
        <pc:spChg chg="mod">
          <ac:chgData name="Hoàng Nguyễn" userId="d51f46e73497885a" providerId="Windows Live" clId="Web-{DACF1B35-9E9A-4D86-A819-930F6871A9EE}" dt="2020-07-11T12:13:28.448" v="126" actId="20577"/>
          <ac:spMkLst>
            <pc:docMk/>
            <pc:sldMk cId="3929879675" sldId="272"/>
            <ac:spMk id="4" creationId="{62077CAF-0911-4288-8FCC-652B3AFF166F}"/>
          </ac:spMkLst>
        </pc:spChg>
        <pc:spChg chg="del">
          <ac:chgData name="Hoàng Nguyễn" userId="d51f46e73497885a" providerId="Windows Live" clId="Web-{DACF1B35-9E9A-4D86-A819-930F6871A9EE}" dt="2020-07-11T12:14:11.732" v="153"/>
          <ac:spMkLst>
            <pc:docMk/>
            <pc:sldMk cId="3929879675" sldId="272"/>
            <ac:spMk id="5" creationId="{49DF0F19-26D9-4EB6-AC5C-5BD3E9B23565}"/>
          </ac:spMkLst>
        </pc:spChg>
      </pc:sldChg>
    </pc:docChg>
  </pc:docChgLst>
  <pc:docChgLst>
    <pc:chgData name="Hoàng Nguyễn" userId="d51f46e73497885a" providerId="Windows Live" clId="Web-{2121FEDF-8A82-4D95-9453-9332A1D92197}"/>
    <pc:docChg chg="modSld">
      <pc:chgData name="Hoàng Nguyễn" userId="d51f46e73497885a" providerId="Windows Live" clId="Web-{2121FEDF-8A82-4D95-9453-9332A1D92197}" dt="2020-07-11T09:34:13.459" v="72"/>
      <pc:docMkLst>
        <pc:docMk/>
      </pc:docMkLst>
      <pc:sldChg chg="addSp modSp addAnim delAnim modAnim">
        <pc:chgData name="Hoàng Nguyễn" userId="d51f46e73497885a" providerId="Windows Live" clId="Web-{2121FEDF-8A82-4D95-9453-9332A1D92197}" dt="2020-07-11T09:34:13.459" v="72"/>
        <pc:sldMkLst>
          <pc:docMk/>
          <pc:sldMk cId="1424057063" sldId="270"/>
        </pc:sldMkLst>
        <pc:spChg chg="mod">
          <ac:chgData name="Hoàng Nguyễn" userId="d51f46e73497885a" providerId="Windows Live" clId="Web-{2121FEDF-8A82-4D95-9453-9332A1D92197}" dt="2020-07-11T09:24:10.189" v="7" actId="20577"/>
          <ac:spMkLst>
            <pc:docMk/>
            <pc:sldMk cId="1424057063" sldId="270"/>
            <ac:spMk id="3" creationId="{77C6424A-756A-45CA-8E35-B2405987881C}"/>
          </ac:spMkLst>
        </pc:spChg>
        <pc:spChg chg="add mod">
          <ac:chgData name="Hoàng Nguyễn" userId="d51f46e73497885a" providerId="Windows Live" clId="Web-{2121FEDF-8A82-4D95-9453-9332A1D92197}" dt="2020-07-11T09:24:56.549" v="16" actId="14100"/>
          <ac:spMkLst>
            <pc:docMk/>
            <pc:sldMk cId="1424057063" sldId="270"/>
            <ac:spMk id="5" creationId="{49DF0F19-26D9-4EB6-AC5C-5BD3E9B23565}"/>
          </ac:spMkLst>
        </pc:spChg>
        <pc:spChg chg="add mod">
          <ac:chgData name="Hoàng Nguyễn" userId="d51f46e73497885a" providerId="Windows Live" clId="Web-{2121FEDF-8A82-4D95-9453-9332A1D92197}" dt="2020-07-11T09:25:40.659" v="25" actId="20577"/>
          <ac:spMkLst>
            <pc:docMk/>
            <pc:sldMk cId="1424057063" sldId="270"/>
            <ac:spMk id="7" creationId="{86A5D8B9-DF03-46E4-A576-F299FDB7A5E7}"/>
          </ac:spMkLst>
        </pc:spChg>
        <pc:spChg chg="add mod">
          <ac:chgData name="Hoàng Nguyễn" userId="d51f46e73497885a" providerId="Windows Live" clId="Web-{2121FEDF-8A82-4D95-9453-9332A1D92197}" dt="2020-07-11T09:26:41.347" v="39" actId="20577"/>
          <ac:spMkLst>
            <pc:docMk/>
            <pc:sldMk cId="1424057063" sldId="270"/>
            <ac:spMk id="9" creationId="{177CCB8B-53B7-4133-94D3-4A241E2079CB}"/>
          </ac:spMkLst>
        </pc:spChg>
        <pc:spChg chg="add mod">
          <ac:chgData name="Hoàng Nguyễn" userId="d51f46e73497885a" providerId="Windows Live" clId="Web-{2121FEDF-8A82-4D95-9453-9332A1D92197}" dt="2020-07-11T09:27:23.786" v="50" actId="20577"/>
          <ac:spMkLst>
            <pc:docMk/>
            <pc:sldMk cId="1424057063" sldId="270"/>
            <ac:spMk id="11" creationId="{B669DE82-0268-41C8-81D6-DE60A1A63AC2}"/>
          </ac:spMkLst>
        </pc:spChg>
        <pc:spChg chg="add mod">
          <ac:chgData name="Hoàng Nguyễn" userId="d51f46e73497885a" providerId="Windows Live" clId="Web-{2121FEDF-8A82-4D95-9453-9332A1D92197}" dt="2020-07-11T09:27:23.926" v="54" actId="20577"/>
          <ac:spMkLst>
            <pc:docMk/>
            <pc:sldMk cId="1424057063" sldId="270"/>
            <ac:spMk id="13" creationId="{80F86D54-F129-42C0-9505-96B1082CDCCB}"/>
          </ac:spMkLst>
        </pc:spChg>
        <pc:spChg chg="add mod">
          <ac:chgData name="Hoàng Nguyễn" userId="d51f46e73497885a" providerId="Windows Live" clId="Web-{2121FEDF-8A82-4D95-9453-9332A1D92197}" dt="2020-07-11T09:30:00.192" v="69" actId="14100"/>
          <ac:spMkLst>
            <pc:docMk/>
            <pc:sldMk cId="1424057063" sldId="270"/>
            <ac:spMk id="14" creationId="{FF711810-B0BC-4143-BC2B-1E1BA9D24E2A}"/>
          </ac:spMkLst>
        </pc:spChg>
      </pc:sldChg>
    </pc:docChg>
  </pc:docChgLst>
  <pc:docChgLst>
    <pc:chgData name="Hoàng Nguyễn" userId="d51f46e73497885a" providerId="Windows Live" clId="Web-{F151043A-B25D-4D3A-A184-1FAD938277FA}"/>
    <pc:docChg chg="addSld delSld modSld">
      <pc:chgData name="Hoàng Nguyễn" userId="d51f46e73497885a" providerId="Windows Live" clId="Web-{F151043A-B25D-4D3A-A184-1FAD938277FA}" dt="2020-07-11T14:17:32.398" v="1218" actId="20577"/>
      <pc:docMkLst>
        <pc:docMk/>
      </pc:docMkLst>
      <pc:sldChg chg="del">
        <pc:chgData name="Hoàng Nguyễn" userId="d51f46e73497885a" providerId="Windows Live" clId="Web-{F151043A-B25D-4D3A-A184-1FAD938277FA}" dt="2020-07-11T12:30:36.922" v="197"/>
        <pc:sldMkLst>
          <pc:docMk/>
          <pc:sldMk cId="4224509479" sldId="260"/>
        </pc:sldMkLst>
      </pc:sldChg>
      <pc:sldChg chg="del">
        <pc:chgData name="Hoàng Nguyễn" userId="d51f46e73497885a" providerId="Windows Live" clId="Web-{F151043A-B25D-4D3A-A184-1FAD938277FA}" dt="2020-07-11T12:30:32.031" v="194"/>
        <pc:sldMkLst>
          <pc:docMk/>
          <pc:sldMk cId="132884364" sldId="261"/>
        </pc:sldMkLst>
      </pc:sldChg>
      <pc:sldChg chg="del">
        <pc:chgData name="Hoàng Nguyễn" userId="d51f46e73497885a" providerId="Windows Live" clId="Web-{F151043A-B25D-4D3A-A184-1FAD938277FA}" dt="2020-07-11T12:30:30.469" v="193"/>
        <pc:sldMkLst>
          <pc:docMk/>
          <pc:sldMk cId="2224495804" sldId="262"/>
        </pc:sldMkLst>
      </pc:sldChg>
      <pc:sldChg chg="addSp modSp">
        <pc:chgData name="Hoàng Nguyễn" userId="d51f46e73497885a" providerId="Windows Live" clId="Web-{F151043A-B25D-4D3A-A184-1FAD938277FA}" dt="2020-07-11T13:00:47.915" v="241" actId="20577"/>
        <pc:sldMkLst>
          <pc:docMk/>
          <pc:sldMk cId="1527004159" sldId="263"/>
        </pc:sldMkLst>
        <pc:spChg chg="mod">
          <ac:chgData name="Hoàng Nguyễn" userId="d51f46e73497885a" providerId="Windows Live" clId="Web-{F151043A-B25D-4D3A-A184-1FAD938277FA}" dt="2020-07-11T13:00:03.806" v="215" actId="20577"/>
          <ac:spMkLst>
            <pc:docMk/>
            <pc:sldMk cId="1527004159" sldId="263"/>
            <ac:spMk id="2" creationId="{00000000-0000-0000-0000-000000000000}"/>
          </ac:spMkLst>
        </pc:spChg>
        <pc:spChg chg="add mod">
          <ac:chgData name="Hoàng Nguyễn" userId="d51f46e73497885a" providerId="Windows Live" clId="Web-{F151043A-B25D-4D3A-A184-1FAD938277FA}" dt="2020-07-11T13:00:47.915" v="241" actId="20577"/>
          <ac:spMkLst>
            <pc:docMk/>
            <pc:sldMk cId="1527004159" sldId="263"/>
            <ac:spMk id="3" creationId="{BF3F5286-930D-4F70-815F-5E21E46F64DB}"/>
          </ac:spMkLst>
        </pc:spChg>
      </pc:sldChg>
      <pc:sldChg chg="del">
        <pc:chgData name="Hoàng Nguyễn" userId="d51f46e73497885a" providerId="Windows Live" clId="Web-{F151043A-B25D-4D3A-A184-1FAD938277FA}" dt="2020-07-11T14:14:04.725" v="1059"/>
        <pc:sldMkLst>
          <pc:docMk/>
          <pc:sldMk cId="1800380133" sldId="264"/>
        </pc:sldMkLst>
      </pc:sldChg>
      <pc:sldChg chg="del">
        <pc:chgData name="Hoàng Nguyễn" userId="d51f46e73497885a" providerId="Windows Live" clId="Web-{F151043A-B25D-4D3A-A184-1FAD938277FA}" dt="2020-07-11T14:14:06.725" v="1060"/>
        <pc:sldMkLst>
          <pc:docMk/>
          <pc:sldMk cId="3197023440" sldId="265"/>
        </pc:sldMkLst>
      </pc:sldChg>
      <pc:sldChg chg="del">
        <pc:chgData name="Hoàng Nguyễn" userId="d51f46e73497885a" providerId="Windows Live" clId="Web-{F151043A-B25D-4D3A-A184-1FAD938277FA}" dt="2020-07-11T12:30:34.906" v="196"/>
        <pc:sldMkLst>
          <pc:docMk/>
          <pc:sldMk cId="3683544629" sldId="266"/>
        </pc:sldMkLst>
      </pc:sldChg>
      <pc:sldChg chg="del">
        <pc:chgData name="Hoàng Nguyễn" userId="d51f46e73497885a" providerId="Windows Live" clId="Web-{F151043A-B25D-4D3A-A184-1FAD938277FA}" dt="2020-07-11T12:30:33.469" v="195"/>
        <pc:sldMkLst>
          <pc:docMk/>
          <pc:sldMk cId="1315647518" sldId="268"/>
        </pc:sldMkLst>
      </pc:sldChg>
      <pc:sldChg chg="delSp delAnim">
        <pc:chgData name="Hoàng Nguyễn" userId="d51f46e73497885a" providerId="Windows Live" clId="Web-{F151043A-B25D-4D3A-A184-1FAD938277FA}" dt="2020-07-11T12:22:17.189" v="115"/>
        <pc:sldMkLst>
          <pc:docMk/>
          <pc:sldMk cId="1181773150" sldId="271"/>
        </pc:sldMkLst>
        <pc:spChg chg="del">
          <ac:chgData name="Hoàng Nguyễn" userId="d51f46e73497885a" providerId="Windows Live" clId="Web-{F151043A-B25D-4D3A-A184-1FAD938277FA}" dt="2020-07-11T12:22:17.189" v="115"/>
          <ac:spMkLst>
            <pc:docMk/>
            <pc:sldMk cId="1181773150" sldId="271"/>
            <ac:spMk id="14" creationId="{FF711810-B0BC-4143-BC2B-1E1BA9D24E2A}"/>
          </ac:spMkLst>
        </pc:spChg>
      </pc:sldChg>
      <pc:sldChg chg="delSp delAnim">
        <pc:chgData name="Hoàng Nguyễn" userId="d51f46e73497885a" providerId="Windows Live" clId="Web-{F151043A-B25D-4D3A-A184-1FAD938277FA}" dt="2020-07-11T12:22:08.080" v="114"/>
        <pc:sldMkLst>
          <pc:docMk/>
          <pc:sldMk cId="3929879675" sldId="272"/>
        </pc:sldMkLst>
        <pc:spChg chg="del">
          <ac:chgData name="Hoàng Nguyễn" userId="d51f46e73497885a" providerId="Windows Live" clId="Web-{F151043A-B25D-4D3A-A184-1FAD938277FA}" dt="2020-07-11T12:22:08.080" v="114"/>
          <ac:spMkLst>
            <pc:docMk/>
            <pc:sldMk cId="3929879675" sldId="272"/>
            <ac:spMk id="14" creationId="{FF711810-B0BC-4143-BC2B-1E1BA9D24E2A}"/>
          </ac:spMkLst>
        </pc:spChg>
      </pc:sldChg>
      <pc:sldChg chg="delSp modSp add replId delAnim">
        <pc:chgData name="Hoàng Nguyễn" userId="d51f46e73497885a" providerId="Windows Live" clId="Web-{F151043A-B25D-4D3A-A184-1FAD938277FA}" dt="2020-07-11T12:22:04.580" v="113"/>
        <pc:sldMkLst>
          <pc:docMk/>
          <pc:sldMk cId="2127855088" sldId="273"/>
        </pc:sldMkLst>
        <pc:spChg chg="mod">
          <ac:chgData name="Hoàng Nguyễn" userId="d51f46e73497885a" providerId="Windows Live" clId="Web-{F151043A-B25D-4D3A-A184-1FAD938277FA}" dt="2020-07-11T12:20:15.314" v="110" actId="20577"/>
          <ac:spMkLst>
            <pc:docMk/>
            <pc:sldMk cId="2127855088" sldId="273"/>
            <ac:spMk id="3" creationId="{77C6424A-756A-45CA-8E35-B2405987881C}"/>
          </ac:spMkLst>
        </pc:spChg>
        <pc:spChg chg="mod">
          <ac:chgData name="Hoàng Nguyễn" userId="d51f46e73497885a" providerId="Windows Live" clId="Web-{F151043A-B25D-4D3A-A184-1FAD938277FA}" dt="2020-07-11T12:19:00.689" v="1" actId="20577"/>
          <ac:spMkLst>
            <pc:docMk/>
            <pc:sldMk cId="2127855088" sldId="273"/>
            <ac:spMk id="4" creationId="{62077CAF-0911-4288-8FCC-652B3AFF166F}"/>
          </ac:spMkLst>
        </pc:spChg>
        <pc:spChg chg="del">
          <ac:chgData name="Hoàng Nguyễn" userId="d51f46e73497885a" providerId="Windows Live" clId="Web-{F151043A-B25D-4D3A-A184-1FAD938277FA}" dt="2020-07-11T12:22:04.580" v="113"/>
          <ac:spMkLst>
            <pc:docMk/>
            <pc:sldMk cId="2127855088" sldId="273"/>
            <ac:spMk id="14" creationId="{FF711810-B0BC-4143-BC2B-1E1BA9D24E2A}"/>
          </ac:spMkLst>
        </pc:spChg>
      </pc:sldChg>
      <pc:sldChg chg="addSp delSp modSp add replId addAnim delAnim modAnim">
        <pc:chgData name="Hoàng Nguyễn" userId="d51f46e73497885a" providerId="Windows Live" clId="Web-{F151043A-B25D-4D3A-A184-1FAD938277FA}" dt="2020-07-11T12:26:02.423" v="145"/>
        <pc:sldMkLst>
          <pc:docMk/>
          <pc:sldMk cId="933472951" sldId="274"/>
        </pc:sldMkLst>
        <pc:spChg chg="mod">
          <ac:chgData name="Hoàng Nguyễn" userId="d51f46e73497885a" providerId="Windows Live" clId="Web-{F151043A-B25D-4D3A-A184-1FAD938277FA}" dt="2020-07-11T12:25:15.127" v="121" actId="20577"/>
          <ac:spMkLst>
            <pc:docMk/>
            <pc:sldMk cId="933472951" sldId="274"/>
            <ac:spMk id="2" creationId="{00000000-0000-0000-0000-000000000000}"/>
          </ac:spMkLst>
        </pc:spChg>
        <pc:spChg chg="del">
          <ac:chgData name="Hoàng Nguyễn" userId="d51f46e73497885a" providerId="Windows Live" clId="Web-{F151043A-B25D-4D3A-A184-1FAD938277FA}" dt="2020-07-11T12:25:44.142" v="140"/>
          <ac:spMkLst>
            <pc:docMk/>
            <pc:sldMk cId="933472951" sldId="274"/>
            <ac:spMk id="3" creationId="{77C6424A-756A-45CA-8E35-B2405987881C}"/>
          </ac:spMkLst>
        </pc:spChg>
        <pc:spChg chg="mod">
          <ac:chgData name="Hoàng Nguyễn" userId="d51f46e73497885a" providerId="Windows Live" clId="Web-{F151043A-B25D-4D3A-A184-1FAD938277FA}" dt="2020-07-11T12:25:34.970" v="137" actId="20577"/>
          <ac:spMkLst>
            <pc:docMk/>
            <pc:sldMk cId="933472951" sldId="274"/>
            <ac:spMk id="4" creationId="{62077CAF-0911-4288-8FCC-652B3AFF166F}"/>
          </ac:spMkLst>
        </pc:spChg>
        <pc:picChg chg="add mod">
          <ac:chgData name="Hoàng Nguyễn" userId="d51f46e73497885a" providerId="Windows Live" clId="Web-{F151043A-B25D-4D3A-A184-1FAD938277FA}" dt="2020-07-11T12:25:56.501" v="143" actId="14100"/>
          <ac:picMkLst>
            <pc:docMk/>
            <pc:sldMk cId="933472951" sldId="274"/>
            <ac:picMk id="5" creationId="{02F7713A-BB8A-42E4-85FD-17C6DE86CF0F}"/>
          </ac:picMkLst>
        </pc:picChg>
      </pc:sldChg>
      <pc:sldChg chg="addSp delSp modSp add replId delAnim">
        <pc:chgData name="Hoàng Nguyễn" userId="d51f46e73497885a" providerId="Windows Live" clId="Web-{F151043A-B25D-4D3A-A184-1FAD938277FA}" dt="2020-07-11T12:29:34.094" v="192" actId="14100"/>
        <pc:sldMkLst>
          <pc:docMk/>
          <pc:sldMk cId="1371938351" sldId="275"/>
        </pc:sldMkLst>
        <pc:spChg chg="mod">
          <ac:chgData name="Hoàng Nguyễn" userId="d51f46e73497885a" providerId="Windows Live" clId="Web-{F151043A-B25D-4D3A-A184-1FAD938277FA}" dt="2020-07-11T12:26:42.688" v="166" actId="20577"/>
          <ac:spMkLst>
            <pc:docMk/>
            <pc:sldMk cId="1371938351" sldId="275"/>
            <ac:spMk id="4" creationId="{62077CAF-0911-4288-8FCC-652B3AFF166F}"/>
          </ac:spMkLst>
        </pc:spChg>
        <pc:picChg chg="add mod">
          <ac:chgData name="Hoàng Nguyễn" userId="d51f46e73497885a" providerId="Windows Live" clId="Web-{F151043A-B25D-4D3A-A184-1FAD938277FA}" dt="2020-07-11T12:29:34.094" v="192" actId="14100"/>
          <ac:picMkLst>
            <pc:docMk/>
            <pc:sldMk cId="1371938351" sldId="275"/>
            <ac:picMk id="3" creationId="{B099A295-820C-4430-9F81-14D51FE279E4}"/>
          </ac:picMkLst>
        </pc:picChg>
        <pc:picChg chg="del">
          <ac:chgData name="Hoàng Nguyễn" userId="d51f46e73497885a" providerId="Windows Live" clId="Web-{F151043A-B25D-4D3A-A184-1FAD938277FA}" dt="2020-07-11T12:26:44.845" v="168"/>
          <ac:picMkLst>
            <pc:docMk/>
            <pc:sldMk cId="1371938351" sldId="275"/>
            <ac:picMk id="5" creationId="{02F7713A-BB8A-42E4-85FD-17C6DE86CF0F}"/>
          </ac:picMkLst>
        </pc:picChg>
      </pc:sldChg>
      <pc:sldChg chg="addSp delSp modSp add replId">
        <pc:chgData name="Hoàng Nguyễn" userId="d51f46e73497885a" providerId="Windows Live" clId="Web-{F151043A-B25D-4D3A-A184-1FAD938277FA}" dt="2020-07-11T12:29:22.734" v="189" actId="14100"/>
        <pc:sldMkLst>
          <pc:docMk/>
          <pc:sldMk cId="126104299" sldId="276"/>
        </pc:sldMkLst>
        <pc:spChg chg="mod">
          <ac:chgData name="Hoàng Nguyễn" userId="d51f46e73497885a" providerId="Windows Live" clId="Web-{F151043A-B25D-4D3A-A184-1FAD938277FA}" dt="2020-07-11T12:28:46.938" v="177" actId="20577"/>
          <ac:spMkLst>
            <pc:docMk/>
            <pc:sldMk cId="126104299" sldId="276"/>
            <ac:spMk id="4" creationId="{62077CAF-0911-4288-8FCC-652B3AFF166F}"/>
          </ac:spMkLst>
        </pc:spChg>
        <pc:picChg chg="del">
          <ac:chgData name="Hoàng Nguyễn" userId="d51f46e73497885a" providerId="Windows Live" clId="Web-{F151043A-B25D-4D3A-A184-1FAD938277FA}" dt="2020-07-11T12:28:46.969" v="179"/>
          <ac:picMkLst>
            <pc:docMk/>
            <pc:sldMk cId="126104299" sldId="276"/>
            <ac:picMk id="3" creationId="{B099A295-820C-4430-9F81-14D51FE279E4}"/>
          </ac:picMkLst>
        </pc:picChg>
        <pc:picChg chg="add mod">
          <ac:chgData name="Hoàng Nguyễn" userId="d51f46e73497885a" providerId="Windows Live" clId="Web-{F151043A-B25D-4D3A-A184-1FAD938277FA}" dt="2020-07-11T12:29:22.734" v="189" actId="14100"/>
          <ac:picMkLst>
            <pc:docMk/>
            <pc:sldMk cId="126104299" sldId="276"/>
            <ac:picMk id="5" creationId="{42F8856C-42BE-4B37-919D-9B4F4CF6F3BB}"/>
          </ac:picMkLst>
        </pc:picChg>
      </pc:sldChg>
      <pc:sldChg chg="addSp delSp modSp add replId addAnim modAnim">
        <pc:chgData name="Hoàng Nguyễn" userId="d51f46e73497885a" providerId="Windows Live" clId="Web-{F151043A-B25D-4D3A-A184-1FAD938277FA}" dt="2020-07-11T14:10:07.303" v="834"/>
        <pc:sldMkLst>
          <pc:docMk/>
          <pc:sldMk cId="3664068880" sldId="277"/>
        </pc:sldMkLst>
        <pc:spChg chg="mod">
          <ac:chgData name="Hoàng Nguyễn" userId="d51f46e73497885a" providerId="Windows Live" clId="Web-{F151043A-B25D-4D3A-A184-1FAD938277FA}" dt="2020-07-11T13:01:02.494" v="254" actId="20577"/>
          <ac:spMkLst>
            <pc:docMk/>
            <pc:sldMk cId="3664068880" sldId="277"/>
            <ac:spMk id="2" creationId="{00000000-0000-0000-0000-000000000000}"/>
          </ac:spMkLst>
        </pc:spChg>
        <pc:spChg chg="del mod">
          <ac:chgData name="Hoàng Nguyễn" userId="d51f46e73497885a" providerId="Windows Live" clId="Web-{F151043A-B25D-4D3A-A184-1FAD938277FA}" dt="2020-07-11T14:00:30.469" v="260"/>
          <ac:spMkLst>
            <pc:docMk/>
            <pc:sldMk cId="3664068880" sldId="277"/>
            <ac:spMk id="3" creationId="{BF3F5286-930D-4F70-815F-5E21E46F64DB}"/>
          </ac:spMkLst>
        </pc:spChg>
        <pc:spChg chg="add mod">
          <ac:chgData name="Hoàng Nguyễn" userId="d51f46e73497885a" providerId="Windows Live" clId="Web-{F151043A-B25D-4D3A-A184-1FAD938277FA}" dt="2020-07-11T14:07:09.751" v="830" actId="20577"/>
          <ac:spMkLst>
            <pc:docMk/>
            <pc:sldMk cId="3664068880" sldId="277"/>
            <ac:spMk id="4" creationId="{CAC0FE78-96CC-4BC9-BB45-27A127E0A80B}"/>
          </ac:spMkLst>
        </pc:spChg>
      </pc:sldChg>
      <pc:sldChg chg="modSp add replId addAnim modAnim">
        <pc:chgData name="Hoàng Nguyễn" userId="d51f46e73497885a" providerId="Windows Live" clId="Web-{F151043A-B25D-4D3A-A184-1FAD938277FA}" dt="2020-07-11T14:12:40.975" v="1057"/>
        <pc:sldMkLst>
          <pc:docMk/>
          <pc:sldMk cId="3116802431" sldId="278"/>
        </pc:sldMkLst>
        <pc:spChg chg="mod">
          <ac:chgData name="Hoàng Nguyễn" userId="d51f46e73497885a" providerId="Windows Live" clId="Web-{F151043A-B25D-4D3A-A184-1FAD938277FA}" dt="2020-07-11T14:12:28.975" v="1053" actId="20577"/>
          <ac:spMkLst>
            <pc:docMk/>
            <pc:sldMk cId="3116802431" sldId="278"/>
            <ac:spMk id="4" creationId="{CAC0FE78-96CC-4BC9-BB45-27A127E0A80B}"/>
          </ac:spMkLst>
        </pc:spChg>
      </pc:sldChg>
      <pc:sldChg chg="modSp add replId">
        <pc:chgData name="Hoàng Nguyễn" userId="d51f46e73497885a" providerId="Windows Live" clId="Web-{F151043A-B25D-4D3A-A184-1FAD938277FA}" dt="2020-07-11T14:17:31.476" v="1216" actId="20577"/>
        <pc:sldMkLst>
          <pc:docMk/>
          <pc:sldMk cId="881570997" sldId="279"/>
        </pc:sldMkLst>
        <pc:spChg chg="mod">
          <ac:chgData name="Hoàng Nguyễn" userId="d51f46e73497885a" providerId="Windows Live" clId="Web-{F151043A-B25D-4D3A-A184-1FAD938277FA}" dt="2020-07-11T14:17:31.476" v="1216" actId="20577"/>
          <ac:spMkLst>
            <pc:docMk/>
            <pc:sldMk cId="881570997" sldId="279"/>
            <ac:spMk id="4" creationId="{CAC0FE78-96CC-4BC9-BB45-27A127E0A80B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CEAAF3-9831-450B-8D59-2C09DB96C8FC}" type="datetimeFigureOut">
              <a:rPr lang="en-US"/>
              <a:t>7/14/2020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834459-7356-44BF-850D-8B30C4FB3B6B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690165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50CD79-FC16-4410-AB61-17F26E6D3BC8}" type="datetimeFigureOut">
              <a:rPr lang="en-US"/>
              <a:t>7/14/2020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A3C37BE-C303-496D-B5CD-85F2937540F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508422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8053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/>
              <a:buChar char="•"/>
            </a:pPr>
            <a:r>
              <a:rPr lang="en-US" err="1"/>
              <a:t>Nền</a:t>
            </a:r>
            <a:r>
              <a:rPr lang="en-US"/>
              <a:t> </a:t>
            </a:r>
            <a:r>
              <a:rPr lang="en-US" err="1"/>
              <a:t>kinh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- </a:t>
            </a:r>
            <a:r>
              <a:rPr lang="en-US" err="1"/>
              <a:t>xã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phát</a:t>
            </a:r>
            <a:r>
              <a:rPr lang="en-US"/>
              <a:t> </a:t>
            </a:r>
            <a:r>
              <a:rPr lang="en-US" err="1"/>
              <a:t>triển</a:t>
            </a:r>
            <a:r>
              <a:rPr lang="en-US"/>
              <a:t>, </a:t>
            </a:r>
            <a:r>
              <a:rPr lang="en-US" err="1"/>
              <a:t>ảnh</a:t>
            </a:r>
            <a:r>
              <a:rPr lang="en-US"/>
              <a:t> </a:t>
            </a:r>
            <a:r>
              <a:rPr lang="en-US" err="1"/>
              <a:t>hưởng</a:t>
            </a:r>
            <a:r>
              <a:rPr lang="en-US"/>
              <a:t> </a:t>
            </a:r>
            <a:r>
              <a:rPr lang="en-US" err="1"/>
              <a:t>sự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nhập</a:t>
            </a:r>
            <a:r>
              <a:rPr lang="en-US"/>
              <a:t> </a:t>
            </a:r>
            <a:r>
              <a:rPr lang="en-US" err="1"/>
              <a:t>kinh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</a:t>
            </a:r>
            <a:r>
              <a:rPr lang="en-US" err="1"/>
              <a:t>quốc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</a:t>
            </a:r>
            <a:r>
              <a:rPr lang="en-US" err="1"/>
              <a:t>và</a:t>
            </a:r>
            <a:r>
              <a:rPr lang="en-US"/>
              <a:t> </a:t>
            </a:r>
            <a:r>
              <a:rPr lang="en-US" err="1"/>
              <a:t>toàn</a:t>
            </a:r>
            <a:r>
              <a:rPr lang="en-US"/>
              <a:t> </a:t>
            </a:r>
            <a:r>
              <a:rPr lang="en-US" err="1"/>
              <a:t>cầu</a:t>
            </a:r>
            <a:r>
              <a:rPr lang="en-US"/>
              <a:t> </a:t>
            </a:r>
            <a:r>
              <a:rPr lang="en-US" err="1"/>
              <a:t>hoá</a:t>
            </a:r>
            <a:endParaRPr lang="vi-VN" err="1"/>
          </a:p>
          <a:p>
            <a:r>
              <a:rPr lang="en-US"/>
              <a:t>⇒ </a:t>
            </a:r>
            <a:r>
              <a:rPr lang="en-US" err="1"/>
              <a:t>Ngoại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đóng</a:t>
            </a:r>
            <a:r>
              <a:rPr lang="en-US"/>
              <a:t> </a:t>
            </a:r>
            <a:r>
              <a:rPr lang="en-US" err="1"/>
              <a:t>vai</a:t>
            </a:r>
            <a:r>
              <a:rPr lang="en-US"/>
              <a:t> </a:t>
            </a:r>
            <a:r>
              <a:rPr lang="en-US" err="1"/>
              <a:t>trò</a:t>
            </a:r>
            <a:r>
              <a:rPr lang="en-US"/>
              <a:t> </a:t>
            </a:r>
            <a:r>
              <a:rPr lang="en-US" err="1"/>
              <a:t>vô</a:t>
            </a:r>
            <a:r>
              <a:rPr lang="en-US"/>
              <a:t> </a:t>
            </a:r>
            <a:r>
              <a:rPr lang="en-US" err="1"/>
              <a:t>cùng</a:t>
            </a:r>
            <a:r>
              <a:rPr lang="en-US"/>
              <a:t> </a:t>
            </a:r>
            <a:r>
              <a:rPr lang="en-US" err="1"/>
              <a:t>quan</a:t>
            </a:r>
            <a:r>
              <a:rPr lang="en-US"/>
              <a:t> </a:t>
            </a:r>
            <a:r>
              <a:rPr lang="en-US" err="1"/>
              <a:t>trọng</a:t>
            </a:r>
          </a:p>
          <a:p>
            <a:pPr marL="171450" indent="-171450">
              <a:buFont typeface="Arial"/>
              <a:buChar char="•"/>
            </a:pPr>
            <a:r>
              <a:rPr lang="en-US" err="1"/>
              <a:t>Tiếng</a:t>
            </a:r>
            <a:r>
              <a:rPr lang="en-US"/>
              <a:t> Anh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ngoại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nói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không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thiếu</a:t>
            </a:r>
            <a:r>
              <a:rPr lang="en-US"/>
              <a:t> </a:t>
            </a:r>
            <a:r>
              <a:rPr lang="en-US" err="1"/>
              <a:t>với</a:t>
            </a:r>
            <a:r>
              <a:rPr lang="en-US"/>
              <a:t> </a:t>
            </a:r>
            <a:r>
              <a:rPr lang="en-US" err="1"/>
              <a:t>cá</a:t>
            </a:r>
            <a:r>
              <a:rPr lang="en-US"/>
              <a:t> </a:t>
            </a:r>
            <a:r>
              <a:rPr lang="en-US" err="1"/>
              <a:t>nhân</a:t>
            </a:r>
            <a:r>
              <a:rPr lang="en-US"/>
              <a:t>, </a:t>
            </a:r>
            <a:r>
              <a:rPr lang="en-US" err="1"/>
              <a:t>tổ</a:t>
            </a:r>
            <a:r>
              <a:rPr lang="en-US"/>
              <a:t> </a:t>
            </a:r>
            <a:r>
              <a:rPr lang="en-US" err="1"/>
              <a:t>chức</a:t>
            </a:r>
            <a:r>
              <a:rPr lang="en-US"/>
              <a:t> </a:t>
            </a:r>
            <a:r>
              <a:rPr lang="en-US" err="1"/>
              <a:t>nào</a:t>
            </a:r>
            <a:r>
              <a:rPr lang="en-US"/>
              <a:t>. Tuy </a:t>
            </a:r>
            <a:r>
              <a:rPr lang="en-US" err="1"/>
              <a:t>nhiên</a:t>
            </a:r>
            <a:r>
              <a:rPr lang="en-US"/>
              <a:t> </a:t>
            </a:r>
            <a:r>
              <a:rPr lang="en-US" err="1"/>
              <a:t>với</a:t>
            </a:r>
            <a:r>
              <a:rPr lang="en-US"/>
              <a:t> </a:t>
            </a:r>
            <a:r>
              <a:rPr lang="en-US" err="1"/>
              <a:t>hiện</a:t>
            </a:r>
            <a:r>
              <a:rPr lang="en-US"/>
              <a:t> </a:t>
            </a:r>
            <a:r>
              <a:rPr lang="en-US" err="1"/>
              <a:t>tại</a:t>
            </a:r>
            <a:r>
              <a:rPr lang="en-US"/>
              <a:t>,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lẽ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không</a:t>
            </a:r>
            <a:r>
              <a:rPr lang="en-US"/>
              <a:t> </a:t>
            </a:r>
            <a:r>
              <a:rPr lang="en-US" err="1"/>
              <a:t>đủ</a:t>
            </a:r>
          </a:p>
          <a:p>
            <a:r>
              <a:rPr lang="en-US"/>
              <a:t>⇒ </a:t>
            </a:r>
            <a:r>
              <a:rPr lang="en-US" err="1"/>
              <a:t>Tiếng</a:t>
            </a:r>
            <a:r>
              <a:rPr lang="en-US"/>
              <a:t> </a:t>
            </a:r>
            <a:r>
              <a:rPr lang="en-US" err="1"/>
              <a:t>Nhật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lựa</a:t>
            </a:r>
            <a:r>
              <a:rPr lang="en-US"/>
              <a:t> </a:t>
            </a:r>
            <a:r>
              <a:rPr lang="en-US" err="1"/>
              <a:t>chọn</a:t>
            </a:r>
            <a:r>
              <a:rPr lang="en-US"/>
              <a:t> </a:t>
            </a:r>
            <a:r>
              <a:rPr lang="en-US" err="1"/>
              <a:t>phù</a:t>
            </a:r>
            <a:r>
              <a:rPr lang="en-US"/>
              <a:t> </a:t>
            </a:r>
            <a:r>
              <a:rPr lang="en-US" err="1"/>
              <a:t>hợp</a:t>
            </a:r>
            <a:r>
              <a:rPr lang="en-US"/>
              <a:t> </a:t>
            </a:r>
            <a:r>
              <a:rPr lang="en-US" err="1"/>
              <a:t>tiếp</a:t>
            </a:r>
            <a:r>
              <a:rPr lang="en-US"/>
              <a:t> </a:t>
            </a:r>
            <a:r>
              <a:rPr lang="en-US" err="1"/>
              <a:t>theo</a:t>
            </a:r>
            <a:r>
              <a:rPr lang="en-US"/>
              <a:t> </a:t>
            </a:r>
            <a:r>
              <a:rPr lang="en-US" err="1"/>
              <a:t>mà</a:t>
            </a:r>
            <a:r>
              <a:rPr lang="en-US"/>
              <a:t> </a:t>
            </a:r>
            <a:r>
              <a:rPr lang="en-US" err="1"/>
              <a:t>chúng</a:t>
            </a:r>
            <a:r>
              <a:rPr lang="en-US"/>
              <a:t> ta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hướng</a:t>
            </a:r>
            <a:r>
              <a:rPr lang="en-US"/>
              <a:t> </a:t>
            </a:r>
            <a:r>
              <a:rPr lang="en-US" err="1"/>
              <a:t>đến</a:t>
            </a:r>
          </a:p>
          <a:p>
            <a:pPr marL="171450" indent="-171450">
              <a:buFont typeface="Arial"/>
              <a:buChar char="•"/>
            </a:pPr>
            <a:r>
              <a:rPr lang="en-US" err="1"/>
              <a:t>Lý</a:t>
            </a:r>
            <a:r>
              <a:rPr lang="en-US"/>
              <a:t> do: </a:t>
            </a:r>
          </a:p>
          <a:p>
            <a:pPr marL="628650" lvl="1" indent="-171450">
              <a:buFont typeface="Arial"/>
              <a:buChar char="•"/>
            </a:pPr>
            <a:r>
              <a:rPr lang="en-US" err="1"/>
              <a:t>Tăng</a:t>
            </a:r>
            <a:r>
              <a:rPr lang="en-US"/>
              <a:t> </a:t>
            </a:r>
            <a:r>
              <a:rPr lang="en-US" err="1"/>
              <a:t>thêm</a:t>
            </a:r>
            <a:r>
              <a:rPr lang="en-US"/>
              <a:t> </a:t>
            </a:r>
            <a:r>
              <a:rPr lang="en-US" err="1"/>
              <a:t>cơ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trong</a:t>
            </a:r>
            <a:r>
              <a:rPr lang="en-US"/>
              <a:t> </a:t>
            </a:r>
            <a:r>
              <a:rPr lang="en-US" err="1"/>
              <a:t>việc</a:t>
            </a:r>
            <a:r>
              <a:rPr lang="en-US"/>
              <a:t> </a:t>
            </a:r>
            <a:r>
              <a:rPr lang="en-US" err="1"/>
              <a:t>làm</a:t>
            </a:r>
            <a:r>
              <a:rPr lang="en-US"/>
              <a:t>, </a:t>
            </a:r>
            <a:r>
              <a:rPr lang="en-US" err="1"/>
              <a:t>mức</a:t>
            </a:r>
            <a:r>
              <a:rPr lang="en-US"/>
              <a:t> </a:t>
            </a:r>
            <a:r>
              <a:rPr lang="en-US" err="1"/>
              <a:t>lương</a:t>
            </a:r>
            <a:r>
              <a:rPr lang="en-US"/>
              <a:t> </a:t>
            </a:r>
            <a:r>
              <a:rPr lang="en-US" err="1"/>
              <a:t>thưởng</a:t>
            </a:r>
            <a:r>
              <a:rPr lang="en-US"/>
              <a:t> </a:t>
            </a:r>
            <a:r>
              <a:rPr lang="en-US" err="1"/>
              <a:t>hấp</a:t>
            </a:r>
            <a:r>
              <a:rPr lang="en-US"/>
              <a:t> </a:t>
            </a:r>
            <a:r>
              <a:rPr lang="en-US" err="1"/>
              <a:t>dẫn</a:t>
            </a:r>
          </a:p>
          <a:p>
            <a:pPr marL="628650" lvl="1" indent="-171450">
              <a:buFont typeface="Arial"/>
              <a:buChar char="•"/>
            </a:pPr>
            <a:r>
              <a:rPr lang="en-US" err="1"/>
              <a:t>Hiểu</a:t>
            </a:r>
            <a:r>
              <a:rPr lang="en-US"/>
              <a:t> </a:t>
            </a:r>
            <a:r>
              <a:rPr lang="en-US" err="1"/>
              <a:t>thêm</a:t>
            </a:r>
            <a:r>
              <a:rPr lang="en-US"/>
              <a:t> </a:t>
            </a:r>
            <a:r>
              <a:rPr lang="en-US" err="1"/>
              <a:t>được</a:t>
            </a:r>
            <a:r>
              <a:rPr lang="en-US"/>
              <a:t> </a:t>
            </a:r>
            <a:r>
              <a:rPr lang="en-US" err="1"/>
              <a:t>văn</a:t>
            </a:r>
            <a:r>
              <a:rPr lang="en-US"/>
              <a:t> </a:t>
            </a:r>
            <a:r>
              <a:rPr lang="en-US" err="1"/>
              <a:t>hoá</a:t>
            </a:r>
            <a:r>
              <a:rPr lang="en-US"/>
              <a:t>, con </a:t>
            </a:r>
            <a:r>
              <a:rPr lang="en-US" err="1"/>
              <a:t>người</a:t>
            </a:r>
            <a:r>
              <a:rPr lang="en-US"/>
              <a:t> </a:t>
            </a:r>
            <a:r>
              <a:rPr lang="en-US" err="1"/>
              <a:t>Nhât</a:t>
            </a:r>
            <a:r>
              <a:rPr lang="en-US"/>
              <a:t> - </a:t>
            </a:r>
            <a:r>
              <a:rPr lang="en-US" err="1"/>
              <a:t>đất</a:t>
            </a:r>
            <a:r>
              <a:rPr lang="en-US"/>
              <a:t> </a:t>
            </a:r>
            <a:r>
              <a:rPr lang="en-US" err="1"/>
              <a:t>nước</a:t>
            </a:r>
            <a:r>
              <a:rPr lang="en-US"/>
              <a:t> </a:t>
            </a:r>
            <a:r>
              <a:rPr lang="en-US" err="1"/>
              <a:t>mà</a:t>
            </a:r>
            <a:r>
              <a:rPr lang="en-US"/>
              <a:t> </a:t>
            </a:r>
            <a:r>
              <a:rPr lang="en-US" err="1"/>
              <a:t>chúng</a:t>
            </a:r>
            <a:r>
              <a:rPr lang="en-US"/>
              <a:t> ta </a:t>
            </a:r>
            <a:r>
              <a:rPr lang="en-US" err="1"/>
              <a:t>nên</a:t>
            </a:r>
            <a:r>
              <a:rPr lang="en-US"/>
              <a:t> </a:t>
            </a:r>
            <a:r>
              <a:rPr lang="en-US" err="1"/>
              <a:t>noi</a:t>
            </a:r>
            <a:r>
              <a:rPr lang="en-US"/>
              <a:t> </a:t>
            </a:r>
            <a:r>
              <a:rPr lang="en-US" err="1"/>
              <a:t>theo</a:t>
            </a:r>
            <a:endParaRPr lang="en-US"/>
          </a:p>
          <a:p>
            <a:pPr marL="628650" lvl="1" indent="-171450">
              <a:buFont typeface="Arial"/>
              <a:buChar char="•"/>
            </a:pP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những</a:t>
            </a:r>
            <a:r>
              <a:rPr lang="en-US"/>
              <a:t> </a:t>
            </a:r>
            <a:r>
              <a:rPr lang="en-US" err="1"/>
              <a:t>nét</a:t>
            </a:r>
            <a:r>
              <a:rPr lang="en-US"/>
              <a:t> </a:t>
            </a:r>
            <a:r>
              <a:rPr lang="en-US" err="1"/>
              <a:t>tương</a:t>
            </a:r>
            <a:r>
              <a:rPr lang="en-US"/>
              <a:t> </a:t>
            </a:r>
            <a:r>
              <a:rPr lang="en-US" err="1"/>
              <a:t>đồng</a:t>
            </a:r>
            <a:r>
              <a:rPr lang="en-US"/>
              <a:t> </a:t>
            </a:r>
            <a:r>
              <a:rPr lang="en-US" err="1"/>
              <a:t>giữa</a:t>
            </a:r>
            <a:r>
              <a:rPr lang="en-US"/>
              <a:t> </a:t>
            </a:r>
            <a:r>
              <a:rPr lang="en-US" err="1"/>
              <a:t>hai</a:t>
            </a:r>
            <a:r>
              <a:rPr lang="en-US"/>
              <a:t> </a:t>
            </a:r>
            <a:r>
              <a:rPr lang="en-US" err="1"/>
              <a:t>đất</a:t>
            </a:r>
            <a:r>
              <a:rPr lang="en-US"/>
              <a:t> </a:t>
            </a:r>
            <a:r>
              <a:rPr lang="en-US" err="1"/>
              <a:t>nước</a:t>
            </a:r>
            <a:endParaRPr lang="en-US"/>
          </a:p>
          <a:p>
            <a:pPr lvl="1"/>
            <a:r>
              <a:rPr lang="en-US"/>
              <a:t>⇒  </a:t>
            </a:r>
            <a:r>
              <a:rPr lang="en-US" err="1"/>
              <a:t>Vì</a:t>
            </a:r>
            <a:r>
              <a:rPr lang="en-US"/>
              <a:t> </a:t>
            </a:r>
            <a:r>
              <a:rPr lang="en-US" err="1"/>
              <a:t>vậy</a:t>
            </a:r>
            <a:r>
              <a:rPr lang="en-US"/>
              <a:t> </a:t>
            </a:r>
            <a:r>
              <a:rPr lang="en-US" err="1"/>
              <a:t>để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được</a:t>
            </a:r>
            <a:r>
              <a:rPr lang="en-US"/>
              <a:t> </a:t>
            </a:r>
            <a:r>
              <a:rPr lang="en-US" err="1"/>
              <a:t>một</a:t>
            </a:r>
            <a:r>
              <a:rPr lang="en-US"/>
              <a:t> </a:t>
            </a:r>
            <a:r>
              <a:rPr lang="en-US" err="1"/>
              <a:t>cách</a:t>
            </a:r>
            <a:r>
              <a:rPr lang="en-US"/>
              <a:t> </a:t>
            </a:r>
            <a:r>
              <a:rPr lang="en-US" err="1"/>
              <a:t>tự</a:t>
            </a:r>
            <a:r>
              <a:rPr lang="en-US"/>
              <a:t> </a:t>
            </a:r>
            <a:r>
              <a:rPr lang="en-US" err="1"/>
              <a:t>chủ</a:t>
            </a:r>
            <a:r>
              <a:rPr lang="en-US"/>
              <a:t> </a:t>
            </a:r>
            <a:r>
              <a:rPr lang="en-US" err="1"/>
              <a:t>trong</a:t>
            </a:r>
            <a:r>
              <a:rPr lang="en-US"/>
              <a:t> </a:t>
            </a:r>
            <a:r>
              <a:rPr lang="en-US" err="1"/>
              <a:t>việc</a:t>
            </a:r>
            <a:r>
              <a:rPr lang="en-US"/>
              <a:t> </a:t>
            </a:r>
            <a:r>
              <a:rPr lang="en-US" err="1"/>
              <a:t>học</a:t>
            </a:r>
            <a:r>
              <a:rPr lang="en-US"/>
              <a:t> </a:t>
            </a:r>
            <a:r>
              <a:rPr lang="en-US" err="1"/>
              <a:t>tập</a:t>
            </a:r>
            <a:r>
              <a:rPr lang="en-US"/>
              <a:t> </a:t>
            </a:r>
            <a:r>
              <a:rPr lang="en-US" err="1"/>
              <a:t>tiếng</a:t>
            </a:r>
            <a:r>
              <a:rPr lang="en-US"/>
              <a:t> </a:t>
            </a:r>
            <a:r>
              <a:rPr lang="en-US" err="1"/>
              <a:t>Nhật</a:t>
            </a:r>
            <a:r>
              <a:rPr lang="en-US"/>
              <a:t> ta </a:t>
            </a:r>
            <a:r>
              <a:rPr lang="en-US" err="1"/>
              <a:t>rất</a:t>
            </a:r>
            <a:r>
              <a:rPr lang="en-US"/>
              <a:t> </a:t>
            </a:r>
            <a:r>
              <a:rPr lang="en-US" err="1"/>
              <a:t>cần</a:t>
            </a:r>
            <a:r>
              <a:rPr lang="en-US"/>
              <a:t> </a:t>
            </a:r>
            <a:r>
              <a:rPr lang="en-US" err="1"/>
              <a:t>một</a:t>
            </a:r>
            <a:r>
              <a:rPr lang="en-US"/>
              <a:t> website, </a:t>
            </a:r>
            <a:r>
              <a:rPr lang="en-US" err="1"/>
              <a:t>mà</a:t>
            </a:r>
            <a:r>
              <a:rPr lang="en-US"/>
              <a:t> ở </a:t>
            </a:r>
            <a:r>
              <a:rPr lang="en-US" err="1"/>
              <a:t>đó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giúp</a:t>
            </a:r>
            <a:r>
              <a:rPr lang="en-US"/>
              <a:t> ta </a:t>
            </a:r>
            <a:r>
              <a:rPr lang="en-US" err="1"/>
              <a:t>phát</a:t>
            </a:r>
            <a:r>
              <a:rPr lang="en-US"/>
              <a:t> </a:t>
            </a:r>
            <a:r>
              <a:rPr lang="en-US" err="1"/>
              <a:t>triển</a:t>
            </a:r>
            <a:r>
              <a:rPr lang="en-US"/>
              <a:t> </a:t>
            </a:r>
            <a:r>
              <a:rPr lang="en-US" err="1"/>
              <a:t>vốn</a:t>
            </a:r>
            <a:r>
              <a:rPr lang="en-US"/>
              <a:t> </a:t>
            </a:r>
            <a:r>
              <a:rPr lang="en-US" err="1"/>
              <a:t>ngôn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của</a:t>
            </a:r>
            <a:r>
              <a:rPr lang="en-US"/>
              <a:t> </a:t>
            </a:r>
            <a:r>
              <a:rPr lang="en-US" err="1"/>
              <a:t>bản</a:t>
            </a:r>
            <a:r>
              <a:rPr lang="en-US"/>
              <a:t> </a:t>
            </a:r>
            <a:r>
              <a:rPr lang="en-US" err="1"/>
              <a:t>thân</a:t>
            </a:r>
            <a:r>
              <a:rPr lang="en-US"/>
              <a:t>.</a:t>
            </a:r>
          </a:p>
          <a:p>
            <a:r>
              <a:rPr lang="en-US"/>
              <a:t/>
            </a:r>
            <a:br>
              <a:rPr lang="en-US"/>
            </a:b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26133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/>
              <a:buChar char="•"/>
            </a:pPr>
            <a:r>
              <a:rPr lang="en-US" err="1"/>
              <a:t>Nền</a:t>
            </a:r>
            <a:r>
              <a:rPr lang="en-US"/>
              <a:t> </a:t>
            </a:r>
            <a:r>
              <a:rPr lang="en-US" err="1"/>
              <a:t>kinh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- </a:t>
            </a:r>
            <a:r>
              <a:rPr lang="en-US" err="1"/>
              <a:t>xã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phát</a:t>
            </a:r>
            <a:r>
              <a:rPr lang="en-US"/>
              <a:t> </a:t>
            </a:r>
            <a:r>
              <a:rPr lang="en-US" err="1"/>
              <a:t>triển</a:t>
            </a:r>
            <a:r>
              <a:rPr lang="en-US"/>
              <a:t>, </a:t>
            </a:r>
            <a:r>
              <a:rPr lang="en-US" err="1"/>
              <a:t>ảnh</a:t>
            </a:r>
            <a:r>
              <a:rPr lang="en-US"/>
              <a:t> </a:t>
            </a:r>
            <a:r>
              <a:rPr lang="en-US" err="1"/>
              <a:t>hưởng</a:t>
            </a:r>
            <a:r>
              <a:rPr lang="en-US"/>
              <a:t> </a:t>
            </a:r>
            <a:r>
              <a:rPr lang="en-US" err="1"/>
              <a:t>sự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nhập</a:t>
            </a:r>
            <a:r>
              <a:rPr lang="en-US"/>
              <a:t> </a:t>
            </a:r>
            <a:r>
              <a:rPr lang="en-US" err="1"/>
              <a:t>kinh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</a:t>
            </a:r>
            <a:r>
              <a:rPr lang="en-US" err="1"/>
              <a:t>quốc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</a:t>
            </a:r>
            <a:r>
              <a:rPr lang="en-US" err="1"/>
              <a:t>và</a:t>
            </a:r>
            <a:r>
              <a:rPr lang="en-US"/>
              <a:t> </a:t>
            </a:r>
            <a:r>
              <a:rPr lang="en-US" err="1"/>
              <a:t>toàn</a:t>
            </a:r>
            <a:r>
              <a:rPr lang="en-US"/>
              <a:t> </a:t>
            </a:r>
            <a:r>
              <a:rPr lang="en-US" err="1"/>
              <a:t>cầu</a:t>
            </a:r>
            <a:r>
              <a:rPr lang="en-US"/>
              <a:t> </a:t>
            </a:r>
            <a:r>
              <a:rPr lang="en-US" err="1"/>
              <a:t>hoá</a:t>
            </a:r>
            <a:endParaRPr lang="vi-VN" err="1"/>
          </a:p>
          <a:p>
            <a:r>
              <a:rPr lang="en-US"/>
              <a:t>⇒ </a:t>
            </a:r>
            <a:r>
              <a:rPr lang="en-US" err="1"/>
              <a:t>Ngoại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đóng</a:t>
            </a:r>
            <a:r>
              <a:rPr lang="en-US"/>
              <a:t> </a:t>
            </a:r>
            <a:r>
              <a:rPr lang="en-US" err="1"/>
              <a:t>vai</a:t>
            </a:r>
            <a:r>
              <a:rPr lang="en-US"/>
              <a:t> </a:t>
            </a:r>
            <a:r>
              <a:rPr lang="en-US" err="1"/>
              <a:t>trò</a:t>
            </a:r>
            <a:r>
              <a:rPr lang="en-US"/>
              <a:t> </a:t>
            </a:r>
            <a:r>
              <a:rPr lang="en-US" err="1"/>
              <a:t>vô</a:t>
            </a:r>
            <a:r>
              <a:rPr lang="en-US"/>
              <a:t> </a:t>
            </a:r>
            <a:r>
              <a:rPr lang="en-US" err="1"/>
              <a:t>cùng</a:t>
            </a:r>
            <a:r>
              <a:rPr lang="en-US"/>
              <a:t> </a:t>
            </a:r>
            <a:r>
              <a:rPr lang="en-US" err="1"/>
              <a:t>quan</a:t>
            </a:r>
            <a:r>
              <a:rPr lang="en-US"/>
              <a:t> </a:t>
            </a:r>
            <a:r>
              <a:rPr lang="en-US" err="1"/>
              <a:t>trọng</a:t>
            </a:r>
          </a:p>
          <a:p>
            <a:pPr marL="171450" indent="-171450">
              <a:buFont typeface="Arial"/>
              <a:buChar char="•"/>
            </a:pPr>
            <a:r>
              <a:rPr lang="en-US" err="1"/>
              <a:t>Tiếng</a:t>
            </a:r>
            <a:r>
              <a:rPr lang="en-US"/>
              <a:t> Anh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ngoại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nói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không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thiếu</a:t>
            </a:r>
            <a:r>
              <a:rPr lang="en-US"/>
              <a:t> </a:t>
            </a:r>
            <a:r>
              <a:rPr lang="en-US" err="1"/>
              <a:t>với</a:t>
            </a:r>
            <a:r>
              <a:rPr lang="en-US"/>
              <a:t> </a:t>
            </a:r>
            <a:r>
              <a:rPr lang="en-US" err="1"/>
              <a:t>cá</a:t>
            </a:r>
            <a:r>
              <a:rPr lang="en-US"/>
              <a:t> </a:t>
            </a:r>
            <a:r>
              <a:rPr lang="en-US" err="1"/>
              <a:t>nhân</a:t>
            </a:r>
            <a:r>
              <a:rPr lang="en-US"/>
              <a:t>, </a:t>
            </a:r>
            <a:r>
              <a:rPr lang="en-US" err="1"/>
              <a:t>tổ</a:t>
            </a:r>
            <a:r>
              <a:rPr lang="en-US"/>
              <a:t> </a:t>
            </a:r>
            <a:r>
              <a:rPr lang="en-US" err="1"/>
              <a:t>chức</a:t>
            </a:r>
            <a:r>
              <a:rPr lang="en-US"/>
              <a:t> </a:t>
            </a:r>
            <a:r>
              <a:rPr lang="en-US" err="1"/>
              <a:t>nào</a:t>
            </a:r>
            <a:r>
              <a:rPr lang="en-US"/>
              <a:t>. Tuy </a:t>
            </a:r>
            <a:r>
              <a:rPr lang="en-US" err="1"/>
              <a:t>nhiên</a:t>
            </a:r>
            <a:r>
              <a:rPr lang="en-US"/>
              <a:t> </a:t>
            </a:r>
            <a:r>
              <a:rPr lang="en-US" err="1"/>
              <a:t>với</a:t>
            </a:r>
            <a:r>
              <a:rPr lang="en-US"/>
              <a:t> </a:t>
            </a:r>
            <a:r>
              <a:rPr lang="en-US" err="1"/>
              <a:t>hiện</a:t>
            </a:r>
            <a:r>
              <a:rPr lang="en-US"/>
              <a:t> </a:t>
            </a:r>
            <a:r>
              <a:rPr lang="en-US" err="1"/>
              <a:t>tại</a:t>
            </a:r>
            <a:r>
              <a:rPr lang="en-US"/>
              <a:t>,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lẽ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không</a:t>
            </a:r>
            <a:r>
              <a:rPr lang="en-US"/>
              <a:t> </a:t>
            </a:r>
            <a:r>
              <a:rPr lang="en-US" err="1"/>
              <a:t>đủ</a:t>
            </a:r>
          </a:p>
          <a:p>
            <a:r>
              <a:rPr lang="en-US"/>
              <a:t>⇒ </a:t>
            </a:r>
            <a:r>
              <a:rPr lang="en-US" err="1"/>
              <a:t>Tiếng</a:t>
            </a:r>
            <a:r>
              <a:rPr lang="en-US"/>
              <a:t> </a:t>
            </a:r>
            <a:r>
              <a:rPr lang="en-US" err="1"/>
              <a:t>Nhật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lựa</a:t>
            </a:r>
            <a:r>
              <a:rPr lang="en-US"/>
              <a:t> </a:t>
            </a:r>
            <a:r>
              <a:rPr lang="en-US" err="1"/>
              <a:t>chọn</a:t>
            </a:r>
            <a:r>
              <a:rPr lang="en-US"/>
              <a:t> </a:t>
            </a:r>
            <a:r>
              <a:rPr lang="en-US" err="1"/>
              <a:t>phù</a:t>
            </a:r>
            <a:r>
              <a:rPr lang="en-US"/>
              <a:t> </a:t>
            </a:r>
            <a:r>
              <a:rPr lang="en-US" err="1"/>
              <a:t>hợp</a:t>
            </a:r>
            <a:r>
              <a:rPr lang="en-US"/>
              <a:t> </a:t>
            </a:r>
            <a:r>
              <a:rPr lang="en-US" err="1"/>
              <a:t>tiếp</a:t>
            </a:r>
            <a:r>
              <a:rPr lang="en-US"/>
              <a:t> </a:t>
            </a:r>
            <a:r>
              <a:rPr lang="en-US" err="1"/>
              <a:t>theo</a:t>
            </a:r>
            <a:r>
              <a:rPr lang="en-US"/>
              <a:t> </a:t>
            </a:r>
            <a:r>
              <a:rPr lang="en-US" err="1"/>
              <a:t>mà</a:t>
            </a:r>
            <a:r>
              <a:rPr lang="en-US"/>
              <a:t> </a:t>
            </a:r>
            <a:r>
              <a:rPr lang="en-US" err="1"/>
              <a:t>chúng</a:t>
            </a:r>
            <a:r>
              <a:rPr lang="en-US"/>
              <a:t> ta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hướng</a:t>
            </a:r>
            <a:r>
              <a:rPr lang="en-US"/>
              <a:t> </a:t>
            </a:r>
            <a:r>
              <a:rPr lang="en-US" err="1"/>
              <a:t>đến</a:t>
            </a:r>
          </a:p>
          <a:p>
            <a:pPr marL="171450" indent="-171450">
              <a:buFont typeface="Arial"/>
              <a:buChar char="•"/>
            </a:pPr>
            <a:r>
              <a:rPr lang="en-US" err="1"/>
              <a:t>Lý</a:t>
            </a:r>
            <a:r>
              <a:rPr lang="en-US"/>
              <a:t> do: </a:t>
            </a:r>
          </a:p>
          <a:p>
            <a:pPr marL="628650" lvl="1" indent="-171450">
              <a:buFont typeface="Arial"/>
              <a:buChar char="•"/>
            </a:pPr>
            <a:r>
              <a:rPr lang="en-US" err="1"/>
              <a:t>Tăng</a:t>
            </a:r>
            <a:r>
              <a:rPr lang="en-US"/>
              <a:t> </a:t>
            </a:r>
            <a:r>
              <a:rPr lang="en-US" err="1"/>
              <a:t>thêm</a:t>
            </a:r>
            <a:r>
              <a:rPr lang="en-US"/>
              <a:t> </a:t>
            </a:r>
            <a:r>
              <a:rPr lang="en-US" err="1"/>
              <a:t>cơ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trong</a:t>
            </a:r>
            <a:r>
              <a:rPr lang="en-US"/>
              <a:t> </a:t>
            </a:r>
            <a:r>
              <a:rPr lang="en-US" err="1"/>
              <a:t>việc</a:t>
            </a:r>
            <a:r>
              <a:rPr lang="en-US"/>
              <a:t> </a:t>
            </a:r>
            <a:r>
              <a:rPr lang="en-US" err="1"/>
              <a:t>làm</a:t>
            </a:r>
            <a:r>
              <a:rPr lang="en-US"/>
              <a:t>, </a:t>
            </a:r>
            <a:r>
              <a:rPr lang="en-US" err="1"/>
              <a:t>mức</a:t>
            </a:r>
            <a:r>
              <a:rPr lang="en-US"/>
              <a:t> </a:t>
            </a:r>
            <a:r>
              <a:rPr lang="en-US" err="1"/>
              <a:t>lương</a:t>
            </a:r>
            <a:r>
              <a:rPr lang="en-US"/>
              <a:t> </a:t>
            </a:r>
            <a:r>
              <a:rPr lang="en-US" err="1"/>
              <a:t>thưởng</a:t>
            </a:r>
            <a:r>
              <a:rPr lang="en-US"/>
              <a:t> </a:t>
            </a:r>
            <a:r>
              <a:rPr lang="en-US" err="1"/>
              <a:t>hấp</a:t>
            </a:r>
            <a:r>
              <a:rPr lang="en-US"/>
              <a:t> </a:t>
            </a:r>
            <a:r>
              <a:rPr lang="en-US" err="1"/>
              <a:t>dẫn</a:t>
            </a:r>
          </a:p>
          <a:p>
            <a:pPr marL="628650" lvl="1" indent="-171450">
              <a:buFont typeface="Arial"/>
              <a:buChar char="•"/>
            </a:pPr>
            <a:r>
              <a:rPr lang="en-US" err="1"/>
              <a:t>Hiểu</a:t>
            </a:r>
            <a:r>
              <a:rPr lang="en-US"/>
              <a:t> </a:t>
            </a:r>
            <a:r>
              <a:rPr lang="en-US" err="1"/>
              <a:t>thêm</a:t>
            </a:r>
            <a:r>
              <a:rPr lang="en-US"/>
              <a:t> </a:t>
            </a:r>
            <a:r>
              <a:rPr lang="en-US" err="1"/>
              <a:t>được</a:t>
            </a:r>
            <a:r>
              <a:rPr lang="en-US"/>
              <a:t> </a:t>
            </a:r>
            <a:r>
              <a:rPr lang="en-US" err="1"/>
              <a:t>văn</a:t>
            </a:r>
            <a:r>
              <a:rPr lang="en-US"/>
              <a:t> </a:t>
            </a:r>
            <a:r>
              <a:rPr lang="en-US" err="1"/>
              <a:t>hoá</a:t>
            </a:r>
            <a:r>
              <a:rPr lang="en-US"/>
              <a:t>, con </a:t>
            </a:r>
            <a:r>
              <a:rPr lang="en-US" err="1"/>
              <a:t>người</a:t>
            </a:r>
            <a:r>
              <a:rPr lang="en-US"/>
              <a:t> </a:t>
            </a:r>
            <a:r>
              <a:rPr lang="en-US" err="1"/>
              <a:t>Nhât</a:t>
            </a:r>
            <a:r>
              <a:rPr lang="en-US"/>
              <a:t> - </a:t>
            </a:r>
            <a:r>
              <a:rPr lang="en-US" err="1"/>
              <a:t>đất</a:t>
            </a:r>
            <a:r>
              <a:rPr lang="en-US"/>
              <a:t> </a:t>
            </a:r>
            <a:r>
              <a:rPr lang="en-US" err="1"/>
              <a:t>nước</a:t>
            </a:r>
            <a:r>
              <a:rPr lang="en-US"/>
              <a:t> </a:t>
            </a:r>
            <a:r>
              <a:rPr lang="en-US" err="1"/>
              <a:t>mà</a:t>
            </a:r>
            <a:r>
              <a:rPr lang="en-US"/>
              <a:t> </a:t>
            </a:r>
            <a:r>
              <a:rPr lang="en-US" err="1"/>
              <a:t>chúng</a:t>
            </a:r>
            <a:r>
              <a:rPr lang="en-US"/>
              <a:t> ta </a:t>
            </a:r>
            <a:r>
              <a:rPr lang="en-US" err="1"/>
              <a:t>nên</a:t>
            </a:r>
            <a:r>
              <a:rPr lang="en-US"/>
              <a:t> </a:t>
            </a:r>
            <a:r>
              <a:rPr lang="en-US" err="1"/>
              <a:t>noi</a:t>
            </a:r>
            <a:r>
              <a:rPr lang="en-US"/>
              <a:t> </a:t>
            </a:r>
            <a:r>
              <a:rPr lang="en-US" err="1"/>
              <a:t>theo</a:t>
            </a:r>
            <a:endParaRPr lang="en-US"/>
          </a:p>
          <a:p>
            <a:pPr marL="628650" lvl="1" indent="-171450">
              <a:buFont typeface="Arial"/>
              <a:buChar char="•"/>
            </a:pP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những</a:t>
            </a:r>
            <a:r>
              <a:rPr lang="en-US"/>
              <a:t> </a:t>
            </a:r>
            <a:r>
              <a:rPr lang="en-US" err="1"/>
              <a:t>nét</a:t>
            </a:r>
            <a:r>
              <a:rPr lang="en-US"/>
              <a:t> </a:t>
            </a:r>
            <a:r>
              <a:rPr lang="en-US" err="1"/>
              <a:t>tương</a:t>
            </a:r>
            <a:r>
              <a:rPr lang="en-US"/>
              <a:t> </a:t>
            </a:r>
            <a:r>
              <a:rPr lang="en-US" err="1"/>
              <a:t>đồng</a:t>
            </a:r>
            <a:r>
              <a:rPr lang="en-US"/>
              <a:t> </a:t>
            </a:r>
            <a:r>
              <a:rPr lang="en-US" err="1"/>
              <a:t>giữa</a:t>
            </a:r>
            <a:r>
              <a:rPr lang="en-US"/>
              <a:t> </a:t>
            </a:r>
            <a:r>
              <a:rPr lang="en-US" err="1"/>
              <a:t>hai</a:t>
            </a:r>
            <a:r>
              <a:rPr lang="en-US"/>
              <a:t> </a:t>
            </a:r>
            <a:r>
              <a:rPr lang="en-US" err="1"/>
              <a:t>đất</a:t>
            </a:r>
            <a:r>
              <a:rPr lang="en-US"/>
              <a:t> </a:t>
            </a:r>
            <a:r>
              <a:rPr lang="en-US" err="1"/>
              <a:t>nước</a:t>
            </a:r>
            <a:endParaRPr lang="en-US"/>
          </a:p>
          <a:p>
            <a:pPr lvl="1"/>
            <a:r>
              <a:rPr lang="en-US"/>
              <a:t>⇒  </a:t>
            </a:r>
            <a:r>
              <a:rPr lang="en-US" err="1"/>
              <a:t>Vì</a:t>
            </a:r>
            <a:r>
              <a:rPr lang="en-US"/>
              <a:t> </a:t>
            </a:r>
            <a:r>
              <a:rPr lang="en-US" err="1"/>
              <a:t>vậy</a:t>
            </a:r>
            <a:r>
              <a:rPr lang="en-US"/>
              <a:t> </a:t>
            </a:r>
            <a:r>
              <a:rPr lang="en-US" err="1"/>
              <a:t>để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được</a:t>
            </a:r>
            <a:r>
              <a:rPr lang="en-US"/>
              <a:t> </a:t>
            </a:r>
            <a:r>
              <a:rPr lang="en-US" err="1"/>
              <a:t>một</a:t>
            </a:r>
            <a:r>
              <a:rPr lang="en-US"/>
              <a:t> </a:t>
            </a:r>
            <a:r>
              <a:rPr lang="en-US" err="1"/>
              <a:t>cách</a:t>
            </a:r>
            <a:r>
              <a:rPr lang="en-US"/>
              <a:t> </a:t>
            </a:r>
            <a:r>
              <a:rPr lang="en-US" err="1"/>
              <a:t>tự</a:t>
            </a:r>
            <a:r>
              <a:rPr lang="en-US"/>
              <a:t> </a:t>
            </a:r>
            <a:r>
              <a:rPr lang="en-US" err="1"/>
              <a:t>chủ</a:t>
            </a:r>
            <a:r>
              <a:rPr lang="en-US"/>
              <a:t> </a:t>
            </a:r>
            <a:r>
              <a:rPr lang="en-US" err="1"/>
              <a:t>trong</a:t>
            </a:r>
            <a:r>
              <a:rPr lang="en-US"/>
              <a:t> </a:t>
            </a:r>
            <a:r>
              <a:rPr lang="en-US" err="1"/>
              <a:t>việc</a:t>
            </a:r>
            <a:r>
              <a:rPr lang="en-US"/>
              <a:t> </a:t>
            </a:r>
            <a:r>
              <a:rPr lang="en-US" err="1"/>
              <a:t>học</a:t>
            </a:r>
            <a:r>
              <a:rPr lang="en-US"/>
              <a:t> </a:t>
            </a:r>
            <a:r>
              <a:rPr lang="en-US" err="1"/>
              <a:t>tập</a:t>
            </a:r>
            <a:r>
              <a:rPr lang="en-US"/>
              <a:t> </a:t>
            </a:r>
            <a:r>
              <a:rPr lang="en-US" err="1"/>
              <a:t>tiếng</a:t>
            </a:r>
            <a:r>
              <a:rPr lang="en-US"/>
              <a:t> </a:t>
            </a:r>
            <a:r>
              <a:rPr lang="en-US" err="1"/>
              <a:t>Nhật</a:t>
            </a:r>
            <a:r>
              <a:rPr lang="en-US"/>
              <a:t> ta </a:t>
            </a:r>
            <a:r>
              <a:rPr lang="en-US" err="1"/>
              <a:t>rất</a:t>
            </a:r>
            <a:r>
              <a:rPr lang="en-US"/>
              <a:t> </a:t>
            </a:r>
            <a:r>
              <a:rPr lang="en-US" err="1"/>
              <a:t>cần</a:t>
            </a:r>
            <a:r>
              <a:rPr lang="en-US"/>
              <a:t> </a:t>
            </a:r>
            <a:r>
              <a:rPr lang="en-US" err="1"/>
              <a:t>một</a:t>
            </a:r>
            <a:r>
              <a:rPr lang="en-US"/>
              <a:t> website, </a:t>
            </a:r>
            <a:r>
              <a:rPr lang="en-US" err="1"/>
              <a:t>mà</a:t>
            </a:r>
            <a:r>
              <a:rPr lang="en-US"/>
              <a:t> ở </a:t>
            </a:r>
            <a:r>
              <a:rPr lang="en-US" err="1"/>
              <a:t>đó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giúp</a:t>
            </a:r>
            <a:r>
              <a:rPr lang="en-US"/>
              <a:t> ta </a:t>
            </a:r>
            <a:r>
              <a:rPr lang="en-US" err="1"/>
              <a:t>phát</a:t>
            </a:r>
            <a:r>
              <a:rPr lang="en-US"/>
              <a:t> </a:t>
            </a:r>
            <a:r>
              <a:rPr lang="en-US" err="1"/>
              <a:t>triển</a:t>
            </a:r>
            <a:r>
              <a:rPr lang="en-US"/>
              <a:t> </a:t>
            </a:r>
            <a:r>
              <a:rPr lang="en-US" err="1"/>
              <a:t>vốn</a:t>
            </a:r>
            <a:r>
              <a:rPr lang="en-US"/>
              <a:t> </a:t>
            </a:r>
            <a:r>
              <a:rPr lang="en-US" err="1"/>
              <a:t>ngôn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của</a:t>
            </a:r>
            <a:r>
              <a:rPr lang="en-US"/>
              <a:t> </a:t>
            </a:r>
            <a:r>
              <a:rPr lang="en-US" err="1"/>
              <a:t>bản</a:t>
            </a:r>
            <a:r>
              <a:rPr lang="en-US"/>
              <a:t> </a:t>
            </a:r>
            <a:r>
              <a:rPr lang="en-US" err="1"/>
              <a:t>thân</a:t>
            </a:r>
            <a:r>
              <a:rPr lang="en-US"/>
              <a:t>.</a:t>
            </a:r>
          </a:p>
          <a:p>
            <a:r>
              <a:rPr lang="en-US"/>
              <a:t/>
            </a:r>
            <a:br>
              <a:rPr lang="en-US"/>
            </a:b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88544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/>
              <a:buChar char="•"/>
            </a:pPr>
            <a:r>
              <a:rPr lang="en-US" err="1"/>
              <a:t>Nền</a:t>
            </a:r>
            <a:r>
              <a:rPr lang="en-US"/>
              <a:t> </a:t>
            </a:r>
            <a:r>
              <a:rPr lang="en-US" err="1"/>
              <a:t>kinh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- </a:t>
            </a:r>
            <a:r>
              <a:rPr lang="en-US" err="1"/>
              <a:t>xã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phát</a:t>
            </a:r>
            <a:r>
              <a:rPr lang="en-US"/>
              <a:t> </a:t>
            </a:r>
            <a:r>
              <a:rPr lang="en-US" err="1"/>
              <a:t>triển</a:t>
            </a:r>
            <a:r>
              <a:rPr lang="en-US"/>
              <a:t>, </a:t>
            </a:r>
            <a:r>
              <a:rPr lang="en-US" err="1"/>
              <a:t>ảnh</a:t>
            </a:r>
            <a:r>
              <a:rPr lang="en-US"/>
              <a:t> </a:t>
            </a:r>
            <a:r>
              <a:rPr lang="en-US" err="1"/>
              <a:t>hưởng</a:t>
            </a:r>
            <a:r>
              <a:rPr lang="en-US"/>
              <a:t> </a:t>
            </a:r>
            <a:r>
              <a:rPr lang="en-US" err="1"/>
              <a:t>sự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nhập</a:t>
            </a:r>
            <a:r>
              <a:rPr lang="en-US"/>
              <a:t> </a:t>
            </a:r>
            <a:r>
              <a:rPr lang="en-US" err="1"/>
              <a:t>kinh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</a:t>
            </a:r>
            <a:r>
              <a:rPr lang="en-US" err="1"/>
              <a:t>quốc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</a:t>
            </a:r>
            <a:r>
              <a:rPr lang="en-US" err="1"/>
              <a:t>và</a:t>
            </a:r>
            <a:r>
              <a:rPr lang="en-US"/>
              <a:t> </a:t>
            </a:r>
            <a:r>
              <a:rPr lang="en-US" err="1"/>
              <a:t>toàn</a:t>
            </a:r>
            <a:r>
              <a:rPr lang="en-US"/>
              <a:t> </a:t>
            </a:r>
            <a:r>
              <a:rPr lang="en-US" err="1"/>
              <a:t>cầu</a:t>
            </a:r>
            <a:r>
              <a:rPr lang="en-US"/>
              <a:t> </a:t>
            </a:r>
            <a:r>
              <a:rPr lang="en-US" err="1"/>
              <a:t>hoá</a:t>
            </a:r>
            <a:endParaRPr lang="vi-VN" err="1"/>
          </a:p>
          <a:p>
            <a:r>
              <a:rPr lang="en-US"/>
              <a:t>⇒ </a:t>
            </a:r>
            <a:r>
              <a:rPr lang="en-US" err="1"/>
              <a:t>Ngoại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đóng</a:t>
            </a:r>
            <a:r>
              <a:rPr lang="en-US"/>
              <a:t> </a:t>
            </a:r>
            <a:r>
              <a:rPr lang="en-US" err="1"/>
              <a:t>vai</a:t>
            </a:r>
            <a:r>
              <a:rPr lang="en-US"/>
              <a:t> </a:t>
            </a:r>
            <a:r>
              <a:rPr lang="en-US" err="1"/>
              <a:t>trò</a:t>
            </a:r>
            <a:r>
              <a:rPr lang="en-US"/>
              <a:t> </a:t>
            </a:r>
            <a:r>
              <a:rPr lang="en-US" err="1"/>
              <a:t>vô</a:t>
            </a:r>
            <a:r>
              <a:rPr lang="en-US"/>
              <a:t> </a:t>
            </a:r>
            <a:r>
              <a:rPr lang="en-US" err="1"/>
              <a:t>cùng</a:t>
            </a:r>
            <a:r>
              <a:rPr lang="en-US"/>
              <a:t> </a:t>
            </a:r>
            <a:r>
              <a:rPr lang="en-US" err="1"/>
              <a:t>quan</a:t>
            </a:r>
            <a:r>
              <a:rPr lang="en-US"/>
              <a:t> </a:t>
            </a:r>
            <a:r>
              <a:rPr lang="en-US" err="1"/>
              <a:t>trọng</a:t>
            </a:r>
          </a:p>
          <a:p>
            <a:pPr marL="171450" indent="-171450">
              <a:buFont typeface="Arial"/>
              <a:buChar char="•"/>
            </a:pPr>
            <a:r>
              <a:rPr lang="en-US" err="1"/>
              <a:t>Tiếng</a:t>
            </a:r>
            <a:r>
              <a:rPr lang="en-US"/>
              <a:t> Anh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ngoại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nói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không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thiếu</a:t>
            </a:r>
            <a:r>
              <a:rPr lang="en-US"/>
              <a:t> </a:t>
            </a:r>
            <a:r>
              <a:rPr lang="en-US" err="1"/>
              <a:t>với</a:t>
            </a:r>
            <a:r>
              <a:rPr lang="en-US"/>
              <a:t> </a:t>
            </a:r>
            <a:r>
              <a:rPr lang="en-US" err="1"/>
              <a:t>cá</a:t>
            </a:r>
            <a:r>
              <a:rPr lang="en-US"/>
              <a:t> </a:t>
            </a:r>
            <a:r>
              <a:rPr lang="en-US" err="1"/>
              <a:t>nhân</a:t>
            </a:r>
            <a:r>
              <a:rPr lang="en-US"/>
              <a:t>, </a:t>
            </a:r>
            <a:r>
              <a:rPr lang="en-US" err="1"/>
              <a:t>tổ</a:t>
            </a:r>
            <a:r>
              <a:rPr lang="en-US"/>
              <a:t> </a:t>
            </a:r>
            <a:r>
              <a:rPr lang="en-US" err="1"/>
              <a:t>chức</a:t>
            </a:r>
            <a:r>
              <a:rPr lang="en-US"/>
              <a:t> </a:t>
            </a:r>
            <a:r>
              <a:rPr lang="en-US" err="1"/>
              <a:t>nào</a:t>
            </a:r>
            <a:r>
              <a:rPr lang="en-US"/>
              <a:t>. Tuy </a:t>
            </a:r>
            <a:r>
              <a:rPr lang="en-US" err="1"/>
              <a:t>nhiên</a:t>
            </a:r>
            <a:r>
              <a:rPr lang="en-US"/>
              <a:t> </a:t>
            </a:r>
            <a:r>
              <a:rPr lang="en-US" err="1"/>
              <a:t>với</a:t>
            </a:r>
            <a:r>
              <a:rPr lang="en-US"/>
              <a:t> </a:t>
            </a:r>
            <a:r>
              <a:rPr lang="en-US" err="1"/>
              <a:t>hiện</a:t>
            </a:r>
            <a:r>
              <a:rPr lang="en-US"/>
              <a:t> </a:t>
            </a:r>
            <a:r>
              <a:rPr lang="en-US" err="1"/>
              <a:t>tại</a:t>
            </a:r>
            <a:r>
              <a:rPr lang="en-US"/>
              <a:t>,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lẽ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không</a:t>
            </a:r>
            <a:r>
              <a:rPr lang="en-US"/>
              <a:t> </a:t>
            </a:r>
            <a:r>
              <a:rPr lang="en-US" err="1"/>
              <a:t>đủ</a:t>
            </a:r>
          </a:p>
          <a:p>
            <a:r>
              <a:rPr lang="en-US"/>
              <a:t>⇒ </a:t>
            </a:r>
            <a:r>
              <a:rPr lang="en-US" err="1"/>
              <a:t>Tiếng</a:t>
            </a:r>
            <a:r>
              <a:rPr lang="en-US"/>
              <a:t> </a:t>
            </a:r>
            <a:r>
              <a:rPr lang="en-US" err="1"/>
              <a:t>Nhật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lựa</a:t>
            </a:r>
            <a:r>
              <a:rPr lang="en-US"/>
              <a:t> </a:t>
            </a:r>
            <a:r>
              <a:rPr lang="en-US" err="1"/>
              <a:t>chọn</a:t>
            </a:r>
            <a:r>
              <a:rPr lang="en-US"/>
              <a:t> </a:t>
            </a:r>
            <a:r>
              <a:rPr lang="en-US" err="1"/>
              <a:t>phù</a:t>
            </a:r>
            <a:r>
              <a:rPr lang="en-US"/>
              <a:t> </a:t>
            </a:r>
            <a:r>
              <a:rPr lang="en-US" err="1"/>
              <a:t>hợp</a:t>
            </a:r>
            <a:r>
              <a:rPr lang="en-US"/>
              <a:t> </a:t>
            </a:r>
            <a:r>
              <a:rPr lang="en-US" err="1"/>
              <a:t>tiếp</a:t>
            </a:r>
            <a:r>
              <a:rPr lang="en-US"/>
              <a:t> </a:t>
            </a:r>
            <a:r>
              <a:rPr lang="en-US" err="1"/>
              <a:t>theo</a:t>
            </a:r>
            <a:r>
              <a:rPr lang="en-US"/>
              <a:t> </a:t>
            </a:r>
            <a:r>
              <a:rPr lang="en-US" err="1"/>
              <a:t>mà</a:t>
            </a:r>
            <a:r>
              <a:rPr lang="en-US"/>
              <a:t> </a:t>
            </a:r>
            <a:r>
              <a:rPr lang="en-US" err="1"/>
              <a:t>chúng</a:t>
            </a:r>
            <a:r>
              <a:rPr lang="en-US"/>
              <a:t> ta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hướng</a:t>
            </a:r>
            <a:r>
              <a:rPr lang="en-US"/>
              <a:t> </a:t>
            </a:r>
            <a:r>
              <a:rPr lang="en-US" err="1"/>
              <a:t>đến</a:t>
            </a:r>
          </a:p>
          <a:p>
            <a:pPr marL="171450" indent="-171450">
              <a:buFont typeface="Arial"/>
              <a:buChar char="•"/>
            </a:pPr>
            <a:r>
              <a:rPr lang="en-US" err="1"/>
              <a:t>Lý</a:t>
            </a:r>
            <a:r>
              <a:rPr lang="en-US"/>
              <a:t> do: </a:t>
            </a:r>
          </a:p>
          <a:p>
            <a:pPr marL="628650" lvl="1" indent="-171450">
              <a:buFont typeface="Arial"/>
              <a:buChar char="•"/>
            </a:pPr>
            <a:r>
              <a:rPr lang="en-US" err="1"/>
              <a:t>Tăng</a:t>
            </a:r>
            <a:r>
              <a:rPr lang="en-US"/>
              <a:t> </a:t>
            </a:r>
            <a:r>
              <a:rPr lang="en-US" err="1"/>
              <a:t>thêm</a:t>
            </a:r>
            <a:r>
              <a:rPr lang="en-US"/>
              <a:t> </a:t>
            </a:r>
            <a:r>
              <a:rPr lang="en-US" err="1"/>
              <a:t>cơ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trong</a:t>
            </a:r>
            <a:r>
              <a:rPr lang="en-US"/>
              <a:t> </a:t>
            </a:r>
            <a:r>
              <a:rPr lang="en-US" err="1"/>
              <a:t>việc</a:t>
            </a:r>
            <a:r>
              <a:rPr lang="en-US"/>
              <a:t> </a:t>
            </a:r>
            <a:r>
              <a:rPr lang="en-US" err="1"/>
              <a:t>làm</a:t>
            </a:r>
            <a:r>
              <a:rPr lang="en-US"/>
              <a:t>, </a:t>
            </a:r>
            <a:r>
              <a:rPr lang="en-US" err="1"/>
              <a:t>mức</a:t>
            </a:r>
            <a:r>
              <a:rPr lang="en-US"/>
              <a:t> </a:t>
            </a:r>
            <a:r>
              <a:rPr lang="en-US" err="1"/>
              <a:t>lương</a:t>
            </a:r>
            <a:r>
              <a:rPr lang="en-US"/>
              <a:t> </a:t>
            </a:r>
            <a:r>
              <a:rPr lang="en-US" err="1"/>
              <a:t>thưởng</a:t>
            </a:r>
            <a:r>
              <a:rPr lang="en-US"/>
              <a:t> </a:t>
            </a:r>
            <a:r>
              <a:rPr lang="en-US" err="1"/>
              <a:t>hấp</a:t>
            </a:r>
            <a:r>
              <a:rPr lang="en-US"/>
              <a:t> </a:t>
            </a:r>
            <a:r>
              <a:rPr lang="en-US" err="1"/>
              <a:t>dẫn</a:t>
            </a:r>
          </a:p>
          <a:p>
            <a:pPr marL="628650" lvl="1" indent="-171450">
              <a:buFont typeface="Arial"/>
              <a:buChar char="•"/>
            </a:pPr>
            <a:r>
              <a:rPr lang="en-US" err="1"/>
              <a:t>Hiểu</a:t>
            </a:r>
            <a:r>
              <a:rPr lang="en-US"/>
              <a:t> </a:t>
            </a:r>
            <a:r>
              <a:rPr lang="en-US" err="1"/>
              <a:t>thêm</a:t>
            </a:r>
            <a:r>
              <a:rPr lang="en-US"/>
              <a:t> </a:t>
            </a:r>
            <a:r>
              <a:rPr lang="en-US" err="1"/>
              <a:t>được</a:t>
            </a:r>
            <a:r>
              <a:rPr lang="en-US"/>
              <a:t> </a:t>
            </a:r>
            <a:r>
              <a:rPr lang="en-US" err="1"/>
              <a:t>văn</a:t>
            </a:r>
            <a:r>
              <a:rPr lang="en-US"/>
              <a:t> </a:t>
            </a:r>
            <a:r>
              <a:rPr lang="en-US" err="1"/>
              <a:t>hoá</a:t>
            </a:r>
            <a:r>
              <a:rPr lang="en-US"/>
              <a:t>, con </a:t>
            </a:r>
            <a:r>
              <a:rPr lang="en-US" err="1"/>
              <a:t>người</a:t>
            </a:r>
            <a:r>
              <a:rPr lang="en-US"/>
              <a:t> </a:t>
            </a:r>
            <a:r>
              <a:rPr lang="en-US" err="1"/>
              <a:t>Nhât</a:t>
            </a:r>
            <a:r>
              <a:rPr lang="en-US"/>
              <a:t> - </a:t>
            </a:r>
            <a:r>
              <a:rPr lang="en-US" err="1"/>
              <a:t>đất</a:t>
            </a:r>
            <a:r>
              <a:rPr lang="en-US"/>
              <a:t> </a:t>
            </a:r>
            <a:r>
              <a:rPr lang="en-US" err="1"/>
              <a:t>nước</a:t>
            </a:r>
            <a:r>
              <a:rPr lang="en-US"/>
              <a:t> </a:t>
            </a:r>
            <a:r>
              <a:rPr lang="en-US" err="1"/>
              <a:t>mà</a:t>
            </a:r>
            <a:r>
              <a:rPr lang="en-US"/>
              <a:t> </a:t>
            </a:r>
            <a:r>
              <a:rPr lang="en-US" err="1"/>
              <a:t>chúng</a:t>
            </a:r>
            <a:r>
              <a:rPr lang="en-US"/>
              <a:t> ta </a:t>
            </a:r>
            <a:r>
              <a:rPr lang="en-US" err="1"/>
              <a:t>nên</a:t>
            </a:r>
            <a:r>
              <a:rPr lang="en-US"/>
              <a:t> </a:t>
            </a:r>
            <a:r>
              <a:rPr lang="en-US" err="1"/>
              <a:t>noi</a:t>
            </a:r>
            <a:r>
              <a:rPr lang="en-US"/>
              <a:t> </a:t>
            </a:r>
            <a:r>
              <a:rPr lang="en-US" err="1"/>
              <a:t>theo</a:t>
            </a:r>
            <a:endParaRPr lang="en-US"/>
          </a:p>
          <a:p>
            <a:pPr marL="628650" lvl="1" indent="-171450">
              <a:buFont typeface="Arial"/>
              <a:buChar char="•"/>
            </a:pP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những</a:t>
            </a:r>
            <a:r>
              <a:rPr lang="en-US"/>
              <a:t> </a:t>
            </a:r>
            <a:r>
              <a:rPr lang="en-US" err="1"/>
              <a:t>nét</a:t>
            </a:r>
            <a:r>
              <a:rPr lang="en-US"/>
              <a:t> </a:t>
            </a:r>
            <a:r>
              <a:rPr lang="en-US" err="1"/>
              <a:t>tương</a:t>
            </a:r>
            <a:r>
              <a:rPr lang="en-US"/>
              <a:t> </a:t>
            </a:r>
            <a:r>
              <a:rPr lang="en-US" err="1"/>
              <a:t>đồng</a:t>
            </a:r>
            <a:r>
              <a:rPr lang="en-US"/>
              <a:t> </a:t>
            </a:r>
            <a:r>
              <a:rPr lang="en-US" err="1"/>
              <a:t>giữa</a:t>
            </a:r>
            <a:r>
              <a:rPr lang="en-US"/>
              <a:t> </a:t>
            </a:r>
            <a:r>
              <a:rPr lang="en-US" err="1"/>
              <a:t>hai</a:t>
            </a:r>
            <a:r>
              <a:rPr lang="en-US"/>
              <a:t> </a:t>
            </a:r>
            <a:r>
              <a:rPr lang="en-US" err="1"/>
              <a:t>đất</a:t>
            </a:r>
            <a:r>
              <a:rPr lang="en-US"/>
              <a:t> </a:t>
            </a:r>
            <a:r>
              <a:rPr lang="en-US" err="1"/>
              <a:t>nước</a:t>
            </a:r>
            <a:endParaRPr lang="en-US"/>
          </a:p>
          <a:p>
            <a:pPr lvl="1"/>
            <a:r>
              <a:rPr lang="en-US"/>
              <a:t>⇒  </a:t>
            </a:r>
            <a:r>
              <a:rPr lang="en-US" err="1"/>
              <a:t>Vì</a:t>
            </a:r>
            <a:r>
              <a:rPr lang="en-US"/>
              <a:t> </a:t>
            </a:r>
            <a:r>
              <a:rPr lang="en-US" err="1"/>
              <a:t>vậy</a:t>
            </a:r>
            <a:r>
              <a:rPr lang="en-US"/>
              <a:t> </a:t>
            </a:r>
            <a:r>
              <a:rPr lang="en-US" err="1"/>
              <a:t>để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được</a:t>
            </a:r>
            <a:r>
              <a:rPr lang="en-US"/>
              <a:t> </a:t>
            </a:r>
            <a:r>
              <a:rPr lang="en-US" err="1"/>
              <a:t>một</a:t>
            </a:r>
            <a:r>
              <a:rPr lang="en-US"/>
              <a:t> </a:t>
            </a:r>
            <a:r>
              <a:rPr lang="en-US" err="1"/>
              <a:t>cách</a:t>
            </a:r>
            <a:r>
              <a:rPr lang="en-US"/>
              <a:t> </a:t>
            </a:r>
            <a:r>
              <a:rPr lang="en-US" err="1"/>
              <a:t>tự</a:t>
            </a:r>
            <a:r>
              <a:rPr lang="en-US"/>
              <a:t> </a:t>
            </a:r>
            <a:r>
              <a:rPr lang="en-US" err="1"/>
              <a:t>chủ</a:t>
            </a:r>
            <a:r>
              <a:rPr lang="en-US"/>
              <a:t> </a:t>
            </a:r>
            <a:r>
              <a:rPr lang="en-US" err="1"/>
              <a:t>trong</a:t>
            </a:r>
            <a:r>
              <a:rPr lang="en-US"/>
              <a:t> </a:t>
            </a:r>
            <a:r>
              <a:rPr lang="en-US" err="1"/>
              <a:t>việc</a:t>
            </a:r>
            <a:r>
              <a:rPr lang="en-US"/>
              <a:t> </a:t>
            </a:r>
            <a:r>
              <a:rPr lang="en-US" err="1"/>
              <a:t>học</a:t>
            </a:r>
            <a:r>
              <a:rPr lang="en-US"/>
              <a:t> </a:t>
            </a:r>
            <a:r>
              <a:rPr lang="en-US" err="1"/>
              <a:t>tập</a:t>
            </a:r>
            <a:r>
              <a:rPr lang="en-US"/>
              <a:t> </a:t>
            </a:r>
            <a:r>
              <a:rPr lang="en-US" err="1"/>
              <a:t>tiếng</a:t>
            </a:r>
            <a:r>
              <a:rPr lang="en-US"/>
              <a:t> </a:t>
            </a:r>
            <a:r>
              <a:rPr lang="en-US" err="1"/>
              <a:t>Nhật</a:t>
            </a:r>
            <a:r>
              <a:rPr lang="en-US"/>
              <a:t> ta </a:t>
            </a:r>
            <a:r>
              <a:rPr lang="en-US" err="1"/>
              <a:t>rất</a:t>
            </a:r>
            <a:r>
              <a:rPr lang="en-US"/>
              <a:t> </a:t>
            </a:r>
            <a:r>
              <a:rPr lang="en-US" err="1"/>
              <a:t>cần</a:t>
            </a:r>
            <a:r>
              <a:rPr lang="en-US"/>
              <a:t> </a:t>
            </a:r>
            <a:r>
              <a:rPr lang="en-US" err="1"/>
              <a:t>một</a:t>
            </a:r>
            <a:r>
              <a:rPr lang="en-US"/>
              <a:t> website, </a:t>
            </a:r>
            <a:r>
              <a:rPr lang="en-US" err="1"/>
              <a:t>mà</a:t>
            </a:r>
            <a:r>
              <a:rPr lang="en-US"/>
              <a:t> ở </a:t>
            </a:r>
            <a:r>
              <a:rPr lang="en-US" err="1"/>
              <a:t>đó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giúp</a:t>
            </a:r>
            <a:r>
              <a:rPr lang="en-US"/>
              <a:t> ta </a:t>
            </a:r>
            <a:r>
              <a:rPr lang="en-US" err="1"/>
              <a:t>phát</a:t>
            </a:r>
            <a:r>
              <a:rPr lang="en-US"/>
              <a:t> </a:t>
            </a:r>
            <a:r>
              <a:rPr lang="en-US" err="1"/>
              <a:t>triển</a:t>
            </a:r>
            <a:r>
              <a:rPr lang="en-US"/>
              <a:t> </a:t>
            </a:r>
            <a:r>
              <a:rPr lang="en-US" err="1"/>
              <a:t>vốn</a:t>
            </a:r>
            <a:r>
              <a:rPr lang="en-US"/>
              <a:t> </a:t>
            </a:r>
            <a:r>
              <a:rPr lang="en-US" err="1"/>
              <a:t>ngôn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của</a:t>
            </a:r>
            <a:r>
              <a:rPr lang="en-US"/>
              <a:t> </a:t>
            </a:r>
            <a:r>
              <a:rPr lang="en-US" err="1"/>
              <a:t>bản</a:t>
            </a:r>
            <a:r>
              <a:rPr lang="en-US"/>
              <a:t> </a:t>
            </a:r>
            <a:r>
              <a:rPr lang="en-US" err="1"/>
              <a:t>thân</a:t>
            </a:r>
            <a:r>
              <a:rPr lang="en-US"/>
              <a:t>.</a:t>
            </a:r>
          </a:p>
          <a:p>
            <a:r>
              <a:rPr lang="en-US"/>
              <a:t/>
            </a:r>
            <a:br>
              <a:rPr lang="en-US"/>
            </a:b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86839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/>
              <a:buChar char="•"/>
            </a:pPr>
            <a:r>
              <a:rPr lang="en-US" err="1"/>
              <a:t>Nền</a:t>
            </a:r>
            <a:r>
              <a:rPr lang="en-US"/>
              <a:t> </a:t>
            </a:r>
            <a:r>
              <a:rPr lang="en-US" err="1"/>
              <a:t>kinh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- </a:t>
            </a:r>
            <a:r>
              <a:rPr lang="en-US" err="1"/>
              <a:t>xã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phát</a:t>
            </a:r>
            <a:r>
              <a:rPr lang="en-US"/>
              <a:t> </a:t>
            </a:r>
            <a:r>
              <a:rPr lang="en-US" err="1"/>
              <a:t>triển</a:t>
            </a:r>
            <a:r>
              <a:rPr lang="en-US"/>
              <a:t>, </a:t>
            </a:r>
            <a:r>
              <a:rPr lang="en-US" err="1"/>
              <a:t>ảnh</a:t>
            </a:r>
            <a:r>
              <a:rPr lang="en-US"/>
              <a:t> </a:t>
            </a:r>
            <a:r>
              <a:rPr lang="en-US" err="1"/>
              <a:t>hưởng</a:t>
            </a:r>
            <a:r>
              <a:rPr lang="en-US"/>
              <a:t> </a:t>
            </a:r>
            <a:r>
              <a:rPr lang="en-US" err="1"/>
              <a:t>sự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nhập</a:t>
            </a:r>
            <a:r>
              <a:rPr lang="en-US"/>
              <a:t> </a:t>
            </a:r>
            <a:r>
              <a:rPr lang="en-US" err="1"/>
              <a:t>kinh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</a:t>
            </a:r>
            <a:r>
              <a:rPr lang="en-US" err="1"/>
              <a:t>quốc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</a:t>
            </a:r>
            <a:r>
              <a:rPr lang="en-US" err="1"/>
              <a:t>và</a:t>
            </a:r>
            <a:r>
              <a:rPr lang="en-US"/>
              <a:t> </a:t>
            </a:r>
            <a:r>
              <a:rPr lang="en-US" err="1"/>
              <a:t>toàn</a:t>
            </a:r>
            <a:r>
              <a:rPr lang="en-US"/>
              <a:t> </a:t>
            </a:r>
            <a:r>
              <a:rPr lang="en-US" err="1"/>
              <a:t>cầu</a:t>
            </a:r>
            <a:r>
              <a:rPr lang="en-US"/>
              <a:t> </a:t>
            </a:r>
            <a:r>
              <a:rPr lang="en-US" err="1"/>
              <a:t>hoá</a:t>
            </a:r>
            <a:endParaRPr lang="vi-VN" err="1"/>
          </a:p>
          <a:p>
            <a:r>
              <a:rPr lang="en-US"/>
              <a:t>⇒ </a:t>
            </a:r>
            <a:r>
              <a:rPr lang="en-US" err="1"/>
              <a:t>Ngoại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đóng</a:t>
            </a:r>
            <a:r>
              <a:rPr lang="en-US"/>
              <a:t> </a:t>
            </a:r>
            <a:r>
              <a:rPr lang="en-US" err="1"/>
              <a:t>vai</a:t>
            </a:r>
            <a:r>
              <a:rPr lang="en-US"/>
              <a:t> </a:t>
            </a:r>
            <a:r>
              <a:rPr lang="en-US" err="1"/>
              <a:t>trò</a:t>
            </a:r>
            <a:r>
              <a:rPr lang="en-US"/>
              <a:t> </a:t>
            </a:r>
            <a:r>
              <a:rPr lang="en-US" err="1"/>
              <a:t>vô</a:t>
            </a:r>
            <a:r>
              <a:rPr lang="en-US"/>
              <a:t> </a:t>
            </a:r>
            <a:r>
              <a:rPr lang="en-US" err="1"/>
              <a:t>cùng</a:t>
            </a:r>
            <a:r>
              <a:rPr lang="en-US"/>
              <a:t> </a:t>
            </a:r>
            <a:r>
              <a:rPr lang="en-US" err="1"/>
              <a:t>quan</a:t>
            </a:r>
            <a:r>
              <a:rPr lang="en-US"/>
              <a:t> </a:t>
            </a:r>
            <a:r>
              <a:rPr lang="en-US" err="1"/>
              <a:t>trọng</a:t>
            </a:r>
          </a:p>
          <a:p>
            <a:pPr marL="171450" indent="-171450">
              <a:buFont typeface="Arial"/>
              <a:buChar char="•"/>
            </a:pPr>
            <a:r>
              <a:rPr lang="en-US" err="1"/>
              <a:t>Tiếng</a:t>
            </a:r>
            <a:r>
              <a:rPr lang="en-US"/>
              <a:t> Anh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ngoại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nói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không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thiếu</a:t>
            </a:r>
            <a:r>
              <a:rPr lang="en-US"/>
              <a:t> </a:t>
            </a:r>
            <a:r>
              <a:rPr lang="en-US" err="1"/>
              <a:t>với</a:t>
            </a:r>
            <a:r>
              <a:rPr lang="en-US"/>
              <a:t> </a:t>
            </a:r>
            <a:r>
              <a:rPr lang="en-US" err="1"/>
              <a:t>cá</a:t>
            </a:r>
            <a:r>
              <a:rPr lang="en-US"/>
              <a:t> </a:t>
            </a:r>
            <a:r>
              <a:rPr lang="en-US" err="1"/>
              <a:t>nhân</a:t>
            </a:r>
            <a:r>
              <a:rPr lang="en-US"/>
              <a:t>, </a:t>
            </a:r>
            <a:r>
              <a:rPr lang="en-US" err="1"/>
              <a:t>tổ</a:t>
            </a:r>
            <a:r>
              <a:rPr lang="en-US"/>
              <a:t> </a:t>
            </a:r>
            <a:r>
              <a:rPr lang="en-US" err="1"/>
              <a:t>chức</a:t>
            </a:r>
            <a:r>
              <a:rPr lang="en-US"/>
              <a:t> </a:t>
            </a:r>
            <a:r>
              <a:rPr lang="en-US" err="1"/>
              <a:t>nào</a:t>
            </a:r>
            <a:r>
              <a:rPr lang="en-US"/>
              <a:t>. Tuy </a:t>
            </a:r>
            <a:r>
              <a:rPr lang="en-US" err="1"/>
              <a:t>nhiên</a:t>
            </a:r>
            <a:r>
              <a:rPr lang="en-US"/>
              <a:t> </a:t>
            </a:r>
            <a:r>
              <a:rPr lang="en-US" err="1"/>
              <a:t>với</a:t>
            </a:r>
            <a:r>
              <a:rPr lang="en-US"/>
              <a:t> </a:t>
            </a:r>
            <a:r>
              <a:rPr lang="en-US" err="1"/>
              <a:t>hiện</a:t>
            </a:r>
            <a:r>
              <a:rPr lang="en-US"/>
              <a:t> </a:t>
            </a:r>
            <a:r>
              <a:rPr lang="en-US" err="1"/>
              <a:t>tại</a:t>
            </a:r>
            <a:r>
              <a:rPr lang="en-US"/>
              <a:t>,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lẽ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không</a:t>
            </a:r>
            <a:r>
              <a:rPr lang="en-US"/>
              <a:t> </a:t>
            </a:r>
            <a:r>
              <a:rPr lang="en-US" err="1"/>
              <a:t>đủ</a:t>
            </a:r>
          </a:p>
          <a:p>
            <a:r>
              <a:rPr lang="en-US"/>
              <a:t>⇒ </a:t>
            </a:r>
            <a:r>
              <a:rPr lang="en-US" err="1"/>
              <a:t>Tiếng</a:t>
            </a:r>
            <a:r>
              <a:rPr lang="en-US"/>
              <a:t> </a:t>
            </a:r>
            <a:r>
              <a:rPr lang="en-US" err="1"/>
              <a:t>Nhật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lựa</a:t>
            </a:r>
            <a:r>
              <a:rPr lang="en-US"/>
              <a:t> </a:t>
            </a:r>
            <a:r>
              <a:rPr lang="en-US" err="1"/>
              <a:t>chọn</a:t>
            </a:r>
            <a:r>
              <a:rPr lang="en-US"/>
              <a:t> </a:t>
            </a:r>
            <a:r>
              <a:rPr lang="en-US" err="1"/>
              <a:t>phù</a:t>
            </a:r>
            <a:r>
              <a:rPr lang="en-US"/>
              <a:t> </a:t>
            </a:r>
            <a:r>
              <a:rPr lang="en-US" err="1"/>
              <a:t>hợp</a:t>
            </a:r>
            <a:r>
              <a:rPr lang="en-US"/>
              <a:t> </a:t>
            </a:r>
            <a:r>
              <a:rPr lang="en-US" err="1"/>
              <a:t>tiếp</a:t>
            </a:r>
            <a:r>
              <a:rPr lang="en-US"/>
              <a:t> </a:t>
            </a:r>
            <a:r>
              <a:rPr lang="en-US" err="1"/>
              <a:t>theo</a:t>
            </a:r>
            <a:r>
              <a:rPr lang="en-US"/>
              <a:t> </a:t>
            </a:r>
            <a:r>
              <a:rPr lang="en-US" err="1"/>
              <a:t>mà</a:t>
            </a:r>
            <a:r>
              <a:rPr lang="en-US"/>
              <a:t> </a:t>
            </a:r>
            <a:r>
              <a:rPr lang="en-US" err="1"/>
              <a:t>chúng</a:t>
            </a:r>
            <a:r>
              <a:rPr lang="en-US"/>
              <a:t> ta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hướng</a:t>
            </a:r>
            <a:r>
              <a:rPr lang="en-US"/>
              <a:t> </a:t>
            </a:r>
            <a:r>
              <a:rPr lang="en-US" err="1"/>
              <a:t>đến</a:t>
            </a:r>
          </a:p>
          <a:p>
            <a:pPr marL="171450" indent="-171450">
              <a:buFont typeface="Arial"/>
              <a:buChar char="•"/>
            </a:pPr>
            <a:r>
              <a:rPr lang="en-US" err="1"/>
              <a:t>Lý</a:t>
            </a:r>
            <a:r>
              <a:rPr lang="en-US"/>
              <a:t> do: </a:t>
            </a:r>
          </a:p>
          <a:p>
            <a:pPr marL="628650" lvl="1" indent="-171450">
              <a:buFont typeface="Arial"/>
              <a:buChar char="•"/>
            </a:pPr>
            <a:r>
              <a:rPr lang="en-US" err="1"/>
              <a:t>Tăng</a:t>
            </a:r>
            <a:r>
              <a:rPr lang="en-US"/>
              <a:t> </a:t>
            </a:r>
            <a:r>
              <a:rPr lang="en-US" err="1"/>
              <a:t>thêm</a:t>
            </a:r>
            <a:r>
              <a:rPr lang="en-US"/>
              <a:t> </a:t>
            </a:r>
            <a:r>
              <a:rPr lang="en-US" err="1"/>
              <a:t>cơ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trong</a:t>
            </a:r>
            <a:r>
              <a:rPr lang="en-US"/>
              <a:t> </a:t>
            </a:r>
            <a:r>
              <a:rPr lang="en-US" err="1"/>
              <a:t>việc</a:t>
            </a:r>
            <a:r>
              <a:rPr lang="en-US"/>
              <a:t> </a:t>
            </a:r>
            <a:r>
              <a:rPr lang="en-US" err="1"/>
              <a:t>làm</a:t>
            </a:r>
            <a:r>
              <a:rPr lang="en-US"/>
              <a:t>, </a:t>
            </a:r>
            <a:r>
              <a:rPr lang="en-US" err="1"/>
              <a:t>mức</a:t>
            </a:r>
            <a:r>
              <a:rPr lang="en-US"/>
              <a:t> </a:t>
            </a:r>
            <a:r>
              <a:rPr lang="en-US" err="1"/>
              <a:t>lương</a:t>
            </a:r>
            <a:r>
              <a:rPr lang="en-US"/>
              <a:t> </a:t>
            </a:r>
            <a:r>
              <a:rPr lang="en-US" err="1"/>
              <a:t>thưởng</a:t>
            </a:r>
            <a:r>
              <a:rPr lang="en-US"/>
              <a:t> </a:t>
            </a:r>
            <a:r>
              <a:rPr lang="en-US" err="1"/>
              <a:t>hấp</a:t>
            </a:r>
            <a:r>
              <a:rPr lang="en-US"/>
              <a:t> </a:t>
            </a:r>
            <a:r>
              <a:rPr lang="en-US" err="1"/>
              <a:t>dẫn</a:t>
            </a:r>
          </a:p>
          <a:p>
            <a:pPr marL="628650" lvl="1" indent="-171450">
              <a:buFont typeface="Arial"/>
              <a:buChar char="•"/>
            </a:pPr>
            <a:r>
              <a:rPr lang="en-US" err="1"/>
              <a:t>Hiểu</a:t>
            </a:r>
            <a:r>
              <a:rPr lang="en-US"/>
              <a:t> </a:t>
            </a:r>
            <a:r>
              <a:rPr lang="en-US" err="1"/>
              <a:t>thêm</a:t>
            </a:r>
            <a:r>
              <a:rPr lang="en-US"/>
              <a:t> </a:t>
            </a:r>
            <a:r>
              <a:rPr lang="en-US" err="1"/>
              <a:t>được</a:t>
            </a:r>
            <a:r>
              <a:rPr lang="en-US"/>
              <a:t> </a:t>
            </a:r>
            <a:r>
              <a:rPr lang="en-US" err="1"/>
              <a:t>văn</a:t>
            </a:r>
            <a:r>
              <a:rPr lang="en-US"/>
              <a:t> </a:t>
            </a:r>
            <a:r>
              <a:rPr lang="en-US" err="1"/>
              <a:t>hoá</a:t>
            </a:r>
            <a:r>
              <a:rPr lang="en-US"/>
              <a:t>, con </a:t>
            </a:r>
            <a:r>
              <a:rPr lang="en-US" err="1"/>
              <a:t>người</a:t>
            </a:r>
            <a:r>
              <a:rPr lang="en-US"/>
              <a:t> </a:t>
            </a:r>
            <a:r>
              <a:rPr lang="en-US" err="1"/>
              <a:t>Nhât</a:t>
            </a:r>
            <a:r>
              <a:rPr lang="en-US"/>
              <a:t> - </a:t>
            </a:r>
            <a:r>
              <a:rPr lang="en-US" err="1"/>
              <a:t>đất</a:t>
            </a:r>
            <a:r>
              <a:rPr lang="en-US"/>
              <a:t> </a:t>
            </a:r>
            <a:r>
              <a:rPr lang="en-US" err="1"/>
              <a:t>nước</a:t>
            </a:r>
            <a:r>
              <a:rPr lang="en-US"/>
              <a:t> </a:t>
            </a:r>
            <a:r>
              <a:rPr lang="en-US" err="1"/>
              <a:t>mà</a:t>
            </a:r>
            <a:r>
              <a:rPr lang="en-US"/>
              <a:t> </a:t>
            </a:r>
            <a:r>
              <a:rPr lang="en-US" err="1"/>
              <a:t>chúng</a:t>
            </a:r>
            <a:r>
              <a:rPr lang="en-US"/>
              <a:t> ta </a:t>
            </a:r>
            <a:r>
              <a:rPr lang="en-US" err="1"/>
              <a:t>nên</a:t>
            </a:r>
            <a:r>
              <a:rPr lang="en-US"/>
              <a:t> </a:t>
            </a:r>
            <a:r>
              <a:rPr lang="en-US" err="1"/>
              <a:t>noi</a:t>
            </a:r>
            <a:r>
              <a:rPr lang="en-US"/>
              <a:t> </a:t>
            </a:r>
            <a:r>
              <a:rPr lang="en-US" err="1"/>
              <a:t>theo</a:t>
            </a:r>
            <a:endParaRPr lang="en-US"/>
          </a:p>
          <a:p>
            <a:pPr marL="628650" lvl="1" indent="-171450">
              <a:buFont typeface="Arial"/>
              <a:buChar char="•"/>
            </a:pP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những</a:t>
            </a:r>
            <a:r>
              <a:rPr lang="en-US"/>
              <a:t> </a:t>
            </a:r>
            <a:r>
              <a:rPr lang="en-US" err="1"/>
              <a:t>nét</a:t>
            </a:r>
            <a:r>
              <a:rPr lang="en-US"/>
              <a:t> </a:t>
            </a:r>
            <a:r>
              <a:rPr lang="en-US" err="1"/>
              <a:t>tương</a:t>
            </a:r>
            <a:r>
              <a:rPr lang="en-US"/>
              <a:t> </a:t>
            </a:r>
            <a:r>
              <a:rPr lang="en-US" err="1"/>
              <a:t>đồng</a:t>
            </a:r>
            <a:r>
              <a:rPr lang="en-US"/>
              <a:t> </a:t>
            </a:r>
            <a:r>
              <a:rPr lang="en-US" err="1"/>
              <a:t>giữa</a:t>
            </a:r>
            <a:r>
              <a:rPr lang="en-US"/>
              <a:t> </a:t>
            </a:r>
            <a:r>
              <a:rPr lang="en-US" err="1"/>
              <a:t>hai</a:t>
            </a:r>
            <a:r>
              <a:rPr lang="en-US"/>
              <a:t> </a:t>
            </a:r>
            <a:r>
              <a:rPr lang="en-US" err="1"/>
              <a:t>đất</a:t>
            </a:r>
            <a:r>
              <a:rPr lang="en-US"/>
              <a:t> </a:t>
            </a:r>
            <a:r>
              <a:rPr lang="en-US" err="1"/>
              <a:t>nước</a:t>
            </a:r>
            <a:endParaRPr lang="en-US"/>
          </a:p>
          <a:p>
            <a:pPr lvl="1"/>
            <a:r>
              <a:rPr lang="en-US"/>
              <a:t>⇒  </a:t>
            </a:r>
            <a:r>
              <a:rPr lang="en-US" err="1"/>
              <a:t>Vì</a:t>
            </a:r>
            <a:r>
              <a:rPr lang="en-US"/>
              <a:t> </a:t>
            </a:r>
            <a:r>
              <a:rPr lang="en-US" err="1"/>
              <a:t>vậy</a:t>
            </a:r>
            <a:r>
              <a:rPr lang="en-US"/>
              <a:t> </a:t>
            </a:r>
            <a:r>
              <a:rPr lang="en-US" err="1"/>
              <a:t>để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được</a:t>
            </a:r>
            <a:r>
              <a:rPr lang="en-US"/>
              <a:t> </a:t>
            </a:r>
            <a:r>
              <a:rPr lang="en-US" err="1"/>
              <a:t>một</a:t>
            </a:r>
            <a:r>
              <a:rPr lang="en-US"/>
              <a:t> </a:t>
            </a:r>
            <a:r>
              <a:rPr lang="en-US" err="1"/>
              <a:t>cách</a:t>
            </a:r>
            <a:r>
              <a:rPr lang="en-US"/>
              <a:t> </a:t>
            </a:r>
            <a:r>
              <a:rPr lang="en-US" err="1"/>
              <a:t>tự</a:t>
            </a:r>
            <a:r>
              <a:rPr lang="en-US"/>
              <a:t> </a:t>
            </a:r>
            <a:r>
              <a:rPr lang="en-US" err="1"/>
              <a:t>chủ</a:t>
            </a:r>
            <a:r>
              <a:rPr lang="en-US"/>
              <a:t> </a:t>
            </a:r>
            <a:r>
              <a:rPr lang="en-US" err="1"/>
              <a:t>trong</a:t>
            </a:r>
            <a:r>
              <a:rPr lang="en-US"/>
              <a:t> </a:t>
            </a:r>
            <a:r>
              <a:rPr lang="en-US" err="1"/>
              <a:t>việc</a:t>
            </a:r>
            <a:r>
              <a:rPr lang="en-US"/>
              <a:t> </a:t>
            </a:r>
            <a:r>
              <a:rPr lang="en-US" err="1"/>
              <a:t>học</a:t>
            </a:r>
            <a:r>
              <a:rPr lang="en-US"/>
              <a:t> </a:t>
            </a:r>
            <a:r>
              <a:rPr lang="en-US" err="1"/>
              <a:t>tập</a:t>
            </a:r>
            <a:r>
              <a:rPr lang="en-US"/>
              <a:t> </a:t>
            </a:r>
            <a:r>
              <a:rPr lang="en-US" err="1"/>
              <a:t>tiếng</a:t>
            </a:r>
            <a:r>
              <a:rPr lang="en-US"/>
              <a:t> </a:t>
            </a:r>
            <a:r>
              <a:rPr lang="en-US" err="1"/>
              <a:t>Nhật</a:t>
            </a:r>
            <a:r>
              <a:rPr lang="en-US"/>
              <a:t> ta </a:t>
            </a:r>
            <a:r>
              <a:rPr lang="en-US" err="1"/>
              <a:t>rất</a:t>
            </a:r>
            <a:r>
              <a:rPr lang="en-US"/>
              <a:t> </a:t>
            </a:r>
            <a:r>
              <a:rPr lang="en-US" err="1"/>
              <a:t>cần</a:t>
            </a:r>
            <a:r>
              <a:rPr lang="en-US"/>
              <a:t> </a:t>
            </a:r>
            <a:r>
              <a:rPr lang="en-US" err="1"/>
              <a:t>một</a:t>
            </a:r>
            <a:r>
              <a:rPr lang="en-US"/>
              <a:t> website, </a:t>
            </a:r>
            <a:r>
              <a:rPr lang="en-US" err="1"/>
              <a:t>mà</a:t>
            </a:r>
            <a:r>
              <a:rPr lang="en-US"/>
              <a:t> ở </a:t>
            </a:r>
            <a:r>
              <a:rPr lang="en-US" err="1"/>
              <a:t>đó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giúp</a:t>
            </a:r>
            <a:r>
              <a:rPr lang="en-US"/>
              <a:t> ta </a:t>
            </a:r>
            <a:r>
              <a:rPr lang="en-US" err="1"/>
              <a:t>phát</a:t>
            </a:r>
            <a:r>
              <a:rPr lang="en-US"/>
              <a:t> </a:t>
            </a:r>
            <a:r>
              <a:rPr lang="en-US" err="1"/>
              <a:t>triển</a:t>
            </a:r>
            <a:r>
              <a:rPr lang="en-US"/>
              <a:t> </a:t>
            </a:r>
            <a:r>
              <a:rPr lang="en-US" err="1"/>
              <a:t>vốn</a:t>
            </a:r>
            <a:r>
              <a:rPr lang="en-US"/>
              <a:t> </a:t>
            </a:r>
            <a:r>
              <a:rPr lang="en-US" err="1"/>
              <a:t>ngôn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của</a:t>
            </a:r>
            <a:r>
              <a:rPr lang="en-US"/>
              <a:t> </a:t>
            </a:r>
            <a:r>
              <a:rPr lang="en-US" err="1"/>
              <a:t>bản</a:t>
            </a:r>
            <a:r>
              <a:rPr lang="en-US"/>
              <a:t> </a:t>
            </a:r>
            <a:r>
              <a:rPr lang="en-US" err="1"/>
              <a:t>thân</a:t>
            </a:r>
            <a:r>
              <a:rPr lang="en-US"/>
              <a:t>.</a:t>
            </a:r>
          </a:p>
          <a:p>
            <a:r>
              <a:rPr lang="en-US"/>
              <a:t/>
            </a:r>
            <a:br>
              <a:rPr lang="en-US"/>
            </a:b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60257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/>
              <a:buChar char="•"/>
            </a:pPr>
            <a:r>
              <a:rPr lang="en-US" err="1"/>
              <a:t>Nền</a:t>
            </a:r>
            <a:r>
              <a:rPr lang="en-US"/>
              <a:t> </a:t>
            </a:r>
            <a:r>
              <a:rPr lang="en-US" err="1"/>
              <a:t>kinh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- </a:t>
            </a:r>
            <a:r>
              <a:rPr lang="en-US" err="1"/>
              <a:t>xã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phát</a:t>
            </a:r>
            <a:r>
              <a:rPr lang="en-US"/>
              <a:t> </a:t>
            </a:r>
            <a:r>
              <a:rPr lang="en-US" err="1"/>
              <a:t>triển</a:t>
            </a:r>
            <a:r>
              <a:rPr lang="en-US"/>
              <a:t>, </a:t>
            </a:r>
            <a:r>
              <a:rPr lang="en-US" err="1"/>
              <a:t>ảnh</a:t>
            </a:r>
            <a:r>
              <a:rPr lang="en-US"/>
              <a:t> </a:t>
            </a:r>
            <a:r>
              <a:rPr lang="en-US" err="1"/>
              <a:t>hưởng</a:t>
            </a:r>
            <a:r>
              <a:rPr lang="en-US"/>
              <a:t> </a:t>
            </a:r>
            <a:r>
              <a:rPr lang="en-US" err="1"/>
              <a:t>sự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nhập</a:t>
            </a:r>
            <a:r>
              <a:rPr lang="en-US"/>
              <a:t> </a:t>
            </a:r>
            <a:r>
              <a:rPr lang="en-US" err="1"/>
              <a:t>kinh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</a:t>
            </a:r>
            <a:r>
              <a:rPr lang="en-US" err="1"/>
              <a:t>quốc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</a:t>
            </a:r>
            <a:r>
              <a:rPr lang="en-US" err="1"/>
              <a:t>và</a:t>
            </a:r>
            <a:r>
              <a:rPr lang="en-US"/>
              <a:t> </a:t>
            </a:r>
            <a:r>
              <a:rPr lang="en-US" err="1"/>
              <a:t>toàn</a:t>
            </a:r>
            <a:r>
              <a:rPr lang="en-US"/>
              <a:t> </a:t>
            </a:r>
            <a:r>
              <a:rPr lang="en-US" err="1"/>
              <a:t>cầu</a:t>
            </a:r>
            <a:r>
              <a:rPr lang="en-US"/>
              <a:t> </a:t>
            </a:r>
            <a:r>
              <a:rPr lang="en-US" err="1"/>
              <a:t>hoá</a:t>
            </a:r>
            <a:endParaRPr lang="vi-VN" err="1"/>
          </a:p>
          <a:p>
            <a:r>
              <a:rPr lang="en-US"/>
              <a:t>⇒ </a:t>
            </a:r>
            <a:r>
              <a:rPr lang="en-US" err="1"/>
              <a:t>Ngoại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đóng</a:t>
            </a:r>
            <a:r>
              <a:rPr lang="en-US"/>
              <a:t> </a:t>
            </a:r>
            <a:r>
              <a:rPr lang="en-US" err="1"/>
              <a:t>vai</a:t>
            </a:r>
            <a:r>
              <a:rPr lang="en-US"/>
              <a:t> </a:t>
            </a:r>
            <a:r>
              <a:rPr lang="en-US" err="1"/>
              <a:t>trò</a:t>
            </a:r>
            <a:r>
              <a:rPr lang="en-US"/>
              <a:t> </a:t>
            </a:r>
            <a:r>
              <a:rPr lang="en-US" err="1"/>
              <a:t>vô</a:t>
            </a:r>
            <a:r>
              <a:rPr lang="en-US"/>
              <a:t> </a:t>
            </a:r>
            <a:r>
              <a:rPr lang="en-US" err="1"/>
              <a:t>cùng</a:t>
            </a:r>
            <a:r>
              <a:rPr lang="en-US"/>
              <a:t> </a:t>
            </a:r>
            <a:r>
              <a:rPr lang="en-US" err="1"/>
              <a:t>quan</a:t>
            </a:r>
            <a:r>
              <a:rPr lang="en-US"/>
              <a:t> </a:t>
            </a:r>
            <a:r>
              <a:rPr lang="en-US" err="1"/>
              <a:t>trọng</a:t>
            </a:r>
          </a:p>
          <a:p>
            <a:pPr marL="171450" indent="-171450">
              <a:buFont typeface="Arial"/>
              <a:buChar char="•"/>
            </a:pPr>
            <a:r>
              <a:rPr lang="en-US" err="1"/>
              <a:t>Tiếng</a:t>
            </a:r>
            <a:r>
              <a:rPr lang="en-US"/>
              <a:t> Anh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ngoại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nói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không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thiếu</a:t>
            </a:r>
            <a:r>
              <a:rPr lang="en-US"/>
              <a:t> </a:t>
            </a:r>
            <a:r>
              <a:rPr lang="en-US" err="1"/>
              <a:t>với</a:t>
            </a:r>
            <a:r>
              <a:rPr lang="en-US"/>
              <a:t> </a:t>
            </a:r>
            <a:r>
              <a:rPr lang="en-US" err="1"/>
              <a:t>cá</a:t>
            </a:r>
            <a:r>
              <a:rPr lang="en-US"/>
              <a:t> </a:t>
            </a:r>
            <a:r>
              <a:rPr lang="en-US" err="1"/>
              <a:t>nhân</a:t>
            </a:r>
            <a:r>
              <a:rPr lang="en-US"/>
              <a:t>, </a:t>
            </a:r>
            <a:r>
              <a:rPr lang="en-US" err="1"/>
              <a:t>tổ</a:t>
            </a:r>
            <a:r>
              <a:rPr lang="en-US"/>
              <a:t> </a:t>
            </a:r>
            <a:r>
              <a:rPr lang="en-US" err="1"/>
              <a:t>chức</a:t>
            </a:r>
            <a:r>
              <a:rPr lang="en-US"/>
              <a:t> </a:t>
            </a:r>
            <a:r>
              <a:rPr lang="en-US" err="1"/>
              <a:t>nào</a:t>
            </a:r>
            <a:r>
              <a:rPr lang="en-US"/>
              <a:t>. Tuy </a:t>
            </a:r>
            <a:r>
              <a:rPr lang="en-US" err="1"/>
              <a:t>nhiên</a:t>
            </a:r>
            <a:r>
              <a:rPr lang="en-US"/>
              <a:t> </a:t>
            </a:r>
            <a:r>
              <a:rPr lang="en-US" err="1"/>
              <a:t>với</a:t>
            </a:r>
            <a:r>
              <a:rPr lang="en-US"/>
              <a:t> </a:t>
            </a:r>
            <a:r>
              <a:rPr lang="en-US" err="1"/>
              <a:t>hiện</a:t>
            </a:r>
            <a:r>
              <a:rPr lang="en-US"/>
              <a:t> </a:t>
            </a:r>
            <a:r>
              <a:rPr lang="en-US" err="1"/>
              <a:t>tại</a:t>
            </a:r>
            <a:r>
              <a:rPr lang="en-US"/>
              <a:t>,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lẽ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không</a:t>
            </a:r>
            <a:r>
              <a:rPr lang="en-US"/>
              <a:t> </a:t>
            </a:r>
            <a:r>
              <a:rPr lang="en-US" err="1"/>
              <a:t>đủ</a:t>
            </a:r>
          </a:p>
          <a:p>
            <a:r>
              <a:rPr lang="en-US"/>
              <a:t>⇒ </a:t>
            </a:r>
            <a:r>
              <a:rPr lang="en-US" err="1"/>
              <a:t>Tiếng</a:t>
            </a:r>
            <a:r>
              <a:rPr lang="en-US"/>
              <a:t> </a:t>
            </a:r>
            <a:r>
              <a:rPr lang="en-US" err="1"/>
              <a:t>Nhật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lựa</a:t>
            </a:r>
            <a:r>
              <a:rPr lang="en-US"/>
              <a:t> </a:t>
            </a:r>
            <a:r>
              <a:rPr lang="en-US" err="1"/>
              <a:t>chọn</a:t>
            </a:r>
            <a:r>
              <a:rPr lang="en-US"/>
              <a:t> </a:t>
            </a:r>
            <a:r>
              <a:rPr lang="en-US" err="1"/>
              <a:t>phù</a:t>
            </a:r>
            <a:r>
              <a:rPr lang="en-US"/>
              <a:t> </a:t>
            </a:r>
            <a:r>
              <a:rPr lang="en-US" err="1"/>
              <a:t>hợp</a:t>
            </a:r>
            <a:r>
              <a:rPr lang="en-US"/>
              <a:t> </a:t>
            </a:r>
            <a:r>
              <a:rPr lang="en-US" err="1"/>
              <a:t>tiếp</a:t>
            </a:r>
            <a:r>
              <a:rPr lang="en-US"/>
              <a:t> </a:t>
            </a:r>
            <a:r>
              <a:rPr lang="en-US" err="1"/>
              <a:t>theo</a:t>
            </a:r>
            <a:r>
              <a:rPr lang="en-US"/>
              <a:t> </a:t>
            </a:r>
            <a:r>
              <a:rPr lang="en-US" err="1"/>
              <a:t>mà</a:t>
            </a:r>
            <a:r>
              <a:rPr lang="en-US"/>
              <a:t> </a:t>
            </a:r>
            <a:r>
              <a:rPr lang="en-US" err="1"/>
              <a:t>chúng</a:t>
            </a:r>
            <a:r>
              <a:rPr lang="en-US"/>
              <a:t> ta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hướng</a:t>
            </a:r>
            <a:r>
              <a:rPr lang="en-US"/>
              <a:t> </a:t>
            </a:r>
            <a:r>
              <a:rPr lang="en-US" err="1"/>
              <a:t>đến</a:t>
            </a:r>
          </a:p>
          <a:p>
            <a:pPr marL="171450" indent="-171450">
              <a:buFont typeface="Arial"/>
              <a:buChar char="•"/>
            </a:pPr>
            <a:r>
              <a:rPr lang="en-US" err="1"/>
              <a:t>Lý</a:t>
            </a:r>
            <a:r>
              <a:rPr lang="en-US"/>
              <a:t> do: </a:t>
            </a:r>
          </a:p>
          <a:p>
            <a:pPr marL="628650" lvl="1" indent="-171450">
              <a:buFont typeface="Arial"/>
              <a:buChar char="•"/>
            </a:pPr>
            <a:r>
              <a:rPr lang="en-US" err="1"/>
              <a:t>Tăng</a:t>
            </a:r>
            <a:r>
              <a:rPr lang="en-US"/>
              <a:t> </a:t>
            </a:r>
            <a:r>
              <a:rPr lang="en-US" err="1"/>
              <a:t>thêm</a:t>
            </a:r>
            <a:r>
              <a:rPr lang="en-US"/>
              <a:t> </a:t>
            </a:r>
            <a:r>
              <a:rPr lang="en-US" err="1"/>
              <a:t>cơ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trong</a:t>
            </a:r>
            <a:r>
              <a:rPr lang="en-US"/>
              <a:t> </a:t>
            </a:r>
            <a:r>
              <a:rPr lang="en-US" err="1"/>
              <a:t>việc</a:t>
            </a:r>
            <a:r>
              <a:rPr lang="en-US"/>
              <a:t> </a:t>
            </a:r>
            <a:r>
              <a:rPr lang="en-US" err="1"/>
              <a:t>làm</a:t>
            </a:r>
            <a:r>
              <a:rPr lang="en-US"/>
              <a:t>, </a:t>
            </a:r>
            <a:r>
              <a:rPr lang="en-US" err="1"/>
              <a:t>mức</a:t>
            </a:r>
            <a:r>
              <a:rPr lang="en-US"/>
              <a:t> </a:t>
            </a:r>
            <a:r>
              <a:rPr lang="en-US" err="1"/>
              <a:t>lương</a:t>
            </a:r>
            <a:r>
              <a:rPr lang="en-US"/>
              <a:t> </a:t>
            </a:r>
            <a:r>
              <a:rPr lang="en-US" err="1"/>
              <a:t>thưởng</a:t>
            </a:r>
            <a:r>
              <a:rPr lang="en-US"/>
              <a:t> </a:t>
            </a:r>
            <a:r>
              <a:rPr lang="en-US" err="1"/>
              <a:t>hấp</a:t>
            </a:r>
            <a:r>
              <a:rPr lang="en-US"/>
              <a:t> </a:t>
            </a:r>
            <a:r>
              <a:rPr lang="en-US" err="1"/>
              <a:t>dẫn</a:t>
            </a:r>
          </a:p>
          <a:p>
            <a:pPr marL="628650" lvl="1" indent="-171450">
              <a:buFont typeface="Arial"/>
              <a:buChar char="•"/>
            </a:pPr>
            <a:r>
              <a:rPr lang="en-US" err="1"/>
              <a:t>Hiểu</a:t>
            </a:r>
            <a:r>
              <a:rPr lang="en-US"/>
              <a:t> </a:t>
            </a:r>
            <a:r>
              <a:rPr lang="en-US" err="1"/>
              <a:t>thêm</a:t>
            </a:r>
            <a:r>
              <a:rPr lang="en-US"/>
              <a:t> </a:t>
            </a:r>
            <a:r>
              <a:rPr lang="en-US" err="1"/>
              <a:t>được</a:t>
            </a:r>
            <a:r>
              <a:rPr lang="en-US"/>
              <a:t> </a:t>
            </a:r>
            <a:r>
              <a:rPr lang="en-US" err="1"/>
              <a:t>văn</a:t>
            </a:r>
            <a:r>
              <a:rPr lang="en-US"/>
              <a:t> </a:t>
            </a:r>
            <a:r>
              <a:rPr lang="en-US" err="1"/>
              <a:t>hoá</a:t>
            </a:r>
            <a:r>
              <a:rPr lang="en-US"/>
              <a:t>, con </a:t>
            </a:r>
            <a:r>
              <a:rPr lang="en-US" err="1"/>
              <a:t>người</a:t>
            </a:r>
            <a:r>
              <a:rPr lang="en-US"/>
              <a:t> </a:t>
            </a:r>
            <a:r>
              <a:rPr lang="en-US" err="1"/>
              <a:t>Nhât</a:t>
            </a:r>
            <a:r>
              <a:rPr lang="en-US"/>
              <a:t> - </a:t>
            </a:r>
            <a:r>
              <a:rPr lang="en-US" err="1"/>
              <a:t>đất</a:t>
            </a:r>
            <a:r>
              <a:rPr lang="en-US"/>
              <a:t> </a:t>
            </a:r>
            <a:r>
              <a:rPr lang="en-US" err="1"/>
              <a:t>nước</a:t>
            </a:r>
            <a:r>
              <a:rPr lang="en-US"/>
              <a:t> </a:t>
            </a:r>
            <a:r>
              <a:rPr lang="en-US" err="1"/>
              <a:t>mà</a:t>
            </a:r>
            <a:r>
              <a:rPr lang="en-US"/>
              <a:t> </a:t>
            </a:r>
            <a:r>
              <a:rPr lang="en-US" err="1"/>
              <a:t>chúng</a:t>
            </a:r>
            <a:r>
              <a:rPr lang="en-US"/>
              <a:t> ta </a:t>
            </a:r>
            <a:r>
              <a:rPr lang="en-US" err="1"/>
              <a:t>nên</a:t>
            </a:r>
            <a:r>
              <a:rPr lang="en-US"/>
              <a:t> </a:t>
            </a:r>
            <a:r>
              <a:rPr lang="en-US" err="1"/>
              <a:t>noi</a:t>
            </a:r>
            <a:r>
              <a:rPr lang="en-US"/>
              <a:t> </a:t>
            </a:r>
            <a:r>
              <a:rPr lang="en-US" err="1"/>
              <a:t>theo</a:t>
            </a:r>
            <a:endParaRPr lang="en-US"/>
          </a:p>
          <a:p>
            <a:pPr marL="628650" lvl="1" indent="-171450">
              <a:buFont typeface="Arial"/>
              <a:buChar char="•"/>
            </a:pP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những</a:t>
            </a:r>
            <a:r>
              <a:rPr lang="en-US"/>
              <a:t> </a:t>
            </a:r>
            <a:r>
              <a:rPr lang="en-US" err="1"/>
              <a:t>nét</a:t>
            </a:r>
            <a:r>
              <a:rPr lang="en-US"/>
              <a:t> </a:t>
            </a:r>
            <a:r>
              <a:rPr lang="en-US" err="1"/>
              <a:t>tương</a:t>
            </a:r>
            <a:r>
              <a:rPr lang="en-US"/>
              <a:t> </a:t>
            </a:r>
            <a:r>
              <a:rPr lang="en-US" err="1"/>
              <a:t>đồng</a:t>
            </a:r>
            <a:r>
              <a:rPr lang="en-US"/>
              <a:t> </a:t>
            </a:r>
            <a:r>
              <a:rPr lang="en-US" err="1"/>
              <a:t>giữa</a:t>
            </a:r>
            <a:r>
              <a:rPr lang="en-US"/>
              <a:t> </a:t>
            </a:r>
            <a:r>
              <a:rPr lang="en-US" err="1"/>
              <a:t>hai</a:t>
            </a:r>
            <a:r>
              <a:rPr lang="en-US"/>
              <a:t> </a:t>
            </a:r>
            <a:r>
              <a:rPr lang="en-US" err="1"/>
              <a:t>đất</a:t>
            </a:r>
            <a:r>
              <a:rPr lang="en-US"/>
              <a:t> </a:t>
            </a:r>
            <a:r>
              <a:rPr lang="en-US" err="1"/>
              <a:t>nước</a:t>
            </a:r>
            <a:endParaRPr lang="en-US"/>
          </a:p>
          <a:p>
            <a:pPr lvl="1"/>
            <a:r>
              <a:rPr lang="en-US"/>
              <a:t>⇒  </a:t>
            </a:r>
            <a:r>
              <a:rPr lang="en-US" err="1"/>
              <a:t>Vì</a:t>
            </a:r>
            <a:r>
              <a:rPr lang="en-US"/>
              <a:t> </a:t>
            </a:r>
            <a:r>
              <a:rPr lang="en-US" err="1"/>
              <a:t>vậy</a:t>
            </a:r>
            <a:r>
              <a:rPr lang="en-US"/>
              <a:t> </a:t>
            </a:r>
            <a:r>
              <a:rPr lang="en-US" err="1"/>
              <a:t>để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được</a:t>
            </a:r>
            <a:r>
              <a:rPr lang="en-US"/>
              <a:t> </a:t>
            </a:r>
            <a:r>
              <a:rPr lang="en-US" err="1"/>
              <a:t>một</a:t>
            </a:r>
            <a:r>
              <a:rPr lang="en-US"/>
              <a:t> </a:t>
            </a:r>
            <a:r>
              <a:rPr lang="en-US" err="1"/>
              <a:t>cách</a:t>
            </a:r>
            <a:r>
              <a:rPr lang="en-US"/>
              <a:t> </a:t>
            </a:r>
            <a:r>
              <a:rPr lang="en-US" err="1"/>
              <a:t>tự</a:t>
            </a:r>
            <a:r>
              <a:rPr lang="en-US"/>
              <a:t> </a:t>
            </a:r>
            <a:r>
              <a:rPr lang="en-US" err="1"/>
              <a:t>chủ</a:t>
            </a:r>
            <a:r>
              <a:rPr lang="en-US"/>
              <a:t> </a:t>
            </a:r>
            <a:r>
              <a:rPr lang="en-US" err="1"/>
              <a:t>trong</a:t>
            </a:r>
            <a:r>
              <a:rPr lang="en-US"/>
              <a:t> </a:t>
            </a:r>
            <a:r>
              <a:rPr lang="en-US" err="1"/>
              <a:t>việc</a:t>
            </a:r>
            <a:r>
              <a:rPr lang="en-US"/>
              <a:t> </a:t>
            </a:r>
            <a:r>
              <a:rPr lang="en-US" err="1"/>
              <a:t>học</a:t>
            </a:r>
            <a:r>
              <a:rPr lang="en-US"/>
              <a:t> </a:t>
            </a:r>
            <a:r>
              <a:rPr lang="en-US" err="1"/>
              <a:t>tập</a:t>
            </a:r>
            <a:r>
              <a:rPr lang="en-US"/>
              <a:t> </a:t>
            </a:r>
            <a:r>
              <a:rPr lang="en-US" err="1"/>
              <a:t>tiếng</a:t>
            </a:r>
            <a:r>
              <a:rPr lang="en-US"/>
              <a:t> </a:t>
            </a:r>
            <a:r>
              <a:rPr lang="en-US" err="1"/>
              <a:t>Nhật</a:t>
            </a:r>
            <a:r>
              <a:rPr lang="en-US"/>
              <a:t> ta </a:t>
            </a:r>
            <a:r>
              <a:rPr lang="en-US" err="1"/>
              <a:t>rất</a:t>
            </a:r>
            <a:r>
              <a:rPr lang="en-US"/>
              <a:t> </a:t>
            </a:r>
            <a:r>
              <a:rPr lang="en-US" err="1"/>
              <a:t>cần</a:t>
            </a:r>
            <a:r>
              <a:rPr lang="en-US"/>
              <a:t> </a:t>
            </a:r>
            <a:r>
              <a:rPr lang="en-US" err="1"/>
              <a:t>một</a:t>
            </a:r>
            <a:r>
              <a:rPr lang="en-US"/>
              <a:t> website, </a:t>
            </a:r>
            <a:r>
              <a:rPr lang="en-US" err="1"/>
              <a:t>mà</a:t>
            </a:r>
            <a:r>
              <a:rPr lang="en-US"/>
              <a:t> ở </a:t>
            </a:r>
            <a:r>
              <a:rPr lang="en-US" err="1"/>
              <a:t>đó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giúp</a:t>
            </a:r>
            <a:r>
              <a:rPr lang="en-US"/>
              <a:t> ta </a:t>
            </a:r>
            <a:r>
              <a:rPr lang="en-US" err="1"/>
              <a:t>phát</a:t>
            </a:r>
            <a:r>
              <a:rPr lang="en-US"/>
              <a:t> </a:t>
            </a:r>
            <a:r>
              <a:rPr lang="en-US" err="1"/>
              <a:t>triển</a:t>
            </a:r>
            <a:r>
              <a:rPr lang="en-US"/>
              <a:t> </a:t>
            </a:r>
            <a:r>
              <a:rPr lang="en-US" err="1"/>
              <a:t>vốn</a:t>
            </a:r>
            <a:r>
              <a:rPr lang="en-US"/>
              <a:t> </a:t>
            </a:r>
            <a:r>
              <a:rPr lang="en-US" err="1"/>
              <a:t>ngôn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của</a:t>
            </a:r>
            <a:r>
              <a:rPr lang="en-US"/>
              <a:t> </a:t>
            </a:r>
            <a:r>
              <a:rPr lang="en-US" err="1"/>
              <a:t>bản</a:t>
            </a:r>
            <a:r>
              <a:rPr lang="en-US"/>
              <a:t> </a:t>
            </a:r>
            <a:r>
              <a:rPr lang="en-US" err="1"/>
              <a:t>thân</a:t>
            </a:r>
            <a:r>
              <a:rPr lang="en-US"/>
              <a:t>.</a:t>
            </a:r>
          </a:p>
          <a:p>
            <a:r>
              <a:rPr lang="en-US"/>
              <a:t/>
            </a:r>
            <a:br>
              <a:rPr lang="en-US"/>
            </a:b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74428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/>
              <a:buChar char="•"/>
            </a:pPr>
            <a:r>
              <a:rPr lang="en-US" err="1"/>
              <a:t>Nền</a:t>
            </a:r>
            <a:r>
              <a:rPr lang="en-US"/>
              <a:t> </a:t>
            </a:r>
            <a:r>
              <a:rPr lang="en-US" err="1"/>
              <a:t>kinh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- </a:t>
            </a:r>
            <a:r>
              <a:rPr lang="en-US" err="1"/>
              <a:t>xã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phát</a:t>
            </a:r>
            <a:r>
              <a:rPr lang="en-US"/>
              <a:t> </a:t>
            </a:r>
            <a:r>
              <a:rPr lang="en-US" err="1"/>
              <a:t>triển</a:t>
            </a:r>
            <a:r>
              <a:rPr lang="en-US"/>
              <a:t>, </a:t>
            </a:r>
            <a:r>
              <a:rPr lang="en-US" err="1"/>
              <a:t>ảnh</a:t>
            </a:r>
            <a:r>
              <a:rPr lang="en-US"/>
              <a:t> </a:t>
            </a:r>
            <a:r>
              <a:rPr lang="en-US" err="1"/>
              <a:t>hưởng</a:t>
            </a:r>
            <a:r>
              <a:rPr lang="en-US"/>
              <a:t> </a:t>
            </a:r>
            <a:r>
              <a:rPr lang="en-US" err="1"/>
              <a:t>sự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nhập</a:t>
            </a:r>
            <a:r>
              <a:rPr lang="en-US"/>
              <a:t> </a:t>
            </a:r>
            <a:r>
              <a:rPr lang="en-US" err="1"/>
              <a:t>kinh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</a:t>
            </a:r>
            <a:r>
              <a:rPr lang="en-US" err="1"/>
              <a:t>quốc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</a:t>
            </a:r>
            <a:r>
              <a:rPr lang="en-US" err="1"/>
              <a:t>và</a:t>
            </a:r>
            <a:r>
              <a:rPr lang="en-US"/>
              <a:t> </a:t>
            </a:r>
            <a:r>
              <a:rPr lang="en-US" err="1"/>
              <a:t>toàn</a:t>
            </a:r>
            <a:r>
              <a:rPr lang="en-US"/>
              <a:t> </a:t>
            </a:r>
            <a:r>
              <a:rPr lang="en-US" err="1"/>
              <a:t>cầu</a:t>
            </a:r>
            <a:r>
              <a:rPr lang="en-US"/>
              <a:t> </a:t>
            </a:r>
            <a:r>
              <a:rPr lang="en-US" err="1"/>
              <a:t>hoá</a:t>
            </a:r>
            <a:endParaRPr lang="vi-VN" err="1"/>
          </a:p>
          <a:p>
            <a:r>
              <a:rPr lang="en-US"/>
              <a:t>⇒ </a:t>
            </a:r>
            <a:r>
              <a:rPr lang="en-US" err="1"/>
              <a:t>Ngoại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đóng</a:t>
            </a:r>
            <a:r>
              <a:rPr lang="en-US"/>
              <a:t> </a:t>
            </a:r>
            <a:r>
              <a:rPr lang="en-US" err="1"/>
              <a:t>vai</a:t>
            </a:r>
            <a:r>
              <a:rPr lang="en-US"/>
              <a:t> </a:t>
            </a:r>
            <a:r>
              <a:rPr lang="en-US" err="1"/>
              <a:t>trò</a:t>
            </a:r>
            <a:r>
              <a:rPr lang="en-US"/>
              <a:t> </a:t>
            </a:r>
            <a:r>
              <a:rPr lang="en-US" err="1"/>
              <a:t>vô</a:t>
            </a:r>
            <a:r>
              <a:rPr lang="en-US"/>
              <a:t> </a:t>
            </a:r>
            <a:r>
              <a:rPr lang="en-US" err="1"/>
              <a:t>cùng</a:t>
            </a:r>
            <a:r>
              <a:rPr lang="en-US"/>
              <a:t> </a:t>
            </a:r>
            <a:r>
              <a:rPr lang="en-US" err="1"/>
              <a:t>quan</a:t>
            </a:r>
            <a:r>
              <a:rPr lang="en-US"/>
              <a:t> </a:t>
            </a:r>
            <a:r>
              <a:rPr lang="en-US" err="1"/>
              <a:t>trọng</a:t>
            </a:r>
          </a:p>
          <a:p>
            <a:pPr marL="171450" indent="-171450">
              <a:buFont typeface="Arial"/>
              <a:buChar char="•"/>
            </a:pPr>
            <a:r>
              <a:rPr lang="en-US" err="1"/>
              <a:t>Tiếng</a:t>
            </a:r>
            <a:r>
              <a:rPr lang="en-US"/>
              <a:t> Anh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ngoại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nói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không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thiếu</a:t>
            </a:r>
            <a:r>
              <a:rPr lang="en-US"/>
              <a:t> </a:t>
            </a:r>
            <a:r>
              <a:rPr lang="en-US" err="1"/>
              <a:t>với</a:t>
            </a:r>
            <a:r>
              <a:rPr lang="en-US"/>
              <a:t> </a:t>
            </a:r>
            <a:r>
              <a:rPr lang="en-US" err="1"/>
              <a:t>cá</a:t>
            </a:r>
            <a:r>
              <a:rPr lang="en-US"/>
              <a:t> </a:t>
            </a:r>
            <a:r>
              <a:rPr lang="en-US" err="1"/>
              <a:t>nhân</a:t>
            </a:r>
            <a:r>
              <a:rPr lang="en-US"/>
              <a:t>, </a:t>
            </a:r>
            <a:r>
              <a:rPr lang="en-US" err="1"/>
              <a:t>tổ</a:t>
            </a:r>
            <a:r>
              <a:rPr lang="en-US"/>
              <a:t> </a:t>
            </a:r>
            <a:r>
              <a:rPr lang="en-US" err="1"/>
              <a:t>chức</a:t>
            </a:r>
            <a:r>
              <a:rPr lang="en-US"/>
              <a:t> </a:t>
            </a:r>
            <a:r>
              <a:rPr lang="en-US" err="1"/>
              <a:t>nào</a:t>
            </a:r>
            <a:r>
              <a:rPr lang="en-US"/>
              <a:t>. Tuy </a:t>
            </a:r>
            <a:r>
              <a:rPr lang="en-US" err="1"/>
              <a:t>nhiên</a:t>
            </a:r>
            <a:r>
              <a:rPr lang="en-US"/>
              <a:t> </a:t>
            </a:r>
            <a:r>
              <a:rPr lang="en-US" err="1"/>
              <a:t>với</a:t>
            </a:r>
            <a:r>
              <a:rPr lang="en-US"/>
              <a:t> </a:t>
            </a:r>
            <a:r>
              <a:rPr lang="en-US" err="1"/>
              <a:t>hiện</a:t>
            </a:r>
            <a:r>
              <a:rPr lang="en-US"/>
              <a:t> </a:t>
            </a:r>
            <a:r>
              <a:rPr lang="en-US" err="1"/>
              <a:t>tại</a:t>
            </a:r>
            <a:r>
              <a:rPr lang="en-US"/>
              <a:t>,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lẽ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không</a:t>
            </a:r>
            <a:r>
              <a:rPr lang="en-US"/>
              <a:t> </a:t>
            </a:r>
            <a:r>
              <a:rPr lang="en-US" err="1"/>
              <a:t>đủ</a:t>
            </a:r>
          </a:p>
          <a:p>
            <a:r>
              <a:rPr lang="en-US"/>
              <a:t>⇒ </a:t>
            </a:r>
            <a:r>
              <a:rPr lang="en-US" err="1"/>
              <a:t>Tiếng</a:t>
            </a:r>
            <a:r>
              <a:rPr lang="en-US"/>
              <a:t> </a:t>
            </a:r>
            <a:r>
              <a:rPr lang="en-US" err="1"/>
              <a:t>Nhật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lựa</a:t>
            </a:r>
            <a:r>
              <a:rPr lang="en-US"/>
              <a:t> </a:t>
            </a:r>
            <a:r>
              <a:rPr lang="en-US" err="1"/>
              <a:t>chọn</a:t>
            </a:r>
            <a:r>
              <a:rPr lang="en-US"/>
              <a:t> </a:t>
            </a:r>
            <a:r>
              <a:rPr lang="en-US" err="1"/>
              <a:t>phù</a:t>
            </a:r>
            <a:r>
              <a:rPr lang="en-US"/>
              <a:t> </a:t>
            </a:r>
            <a:r>
              <a:rPr lang="en-US" err="1"/>
              <a:t>hợp</a:t>
            </a:r>
            <a:r>
              <a:rPr lang="en-US"/>
              <a:t> </a:t>
            </a:r>
            <a:r>
              <a:rPr lang="en-US" err="1"/>
              <a:t>tiếp</a:t>
            </a:r>
            <a:r>
              <a:rPr lang="en-US"/>
              <a:t> </a:t>
            </a:r>
            <a:r>
              <a:rPr lang="en-US" err="1"/>
              <a:t>theo</a:t>
            </a:r>
            <a:r>
              <a:rPr lang="en-US"/>
              <a:t> </a:t>
            </a:r>
            <a:r>
              <a:rPr lang="en-US" err="1"/>
              <a:t>mà</a:t>
            </a:r>
            <a:r>
              <a:rPr lang="en-US"/>
              <a:t> </a:t>
            </a:r>
            <a:r>
              <a:rPr lang="en-US" err="1"/>
              <a:t>chúng</a:t>
            </a:r>
            <a:r>
              <a:rPr lang="en-US"/>
              <a:t> ta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hướng</a:t>
            </a:r>
            <a:r>
              <a:rPr lang="en-US"/>
              <a:t> </a:t>
            </a:r>
            <a:r>
              <a:rPr lang="en-US" err="1"/>
              <a:t>đến</a:t>
            </a:r>
          </a:p>
          <a:p>
            <a:pPr marL="171450" indent="-171450">
              <a:buFont typeface="Arial"/>
              <a:buChar char="•"/>
            </a:pPr>
            <a:r>
              <a:rPr lang="en-US" err="1"/>
              <a:t>Lý</a:t>
            </a:r>
            <a:r>
              <a:rPr lang="en-US"/>
              <a:t> do: </a:t>
            </a:r>
          </a:p>
          <a:p>
            <a:pPr marL="628650" lvl="1" indent="-171450">
              <a:buFont typeface="Arial"/>
              <a:buChar char="•"/>
            </a:pPr>
            <a:r>
              <a:rPr lang="en-US" err="1"/>
              <a:t>Tăng</a:t>
            </a:r>
            <a:r>
              <a:rPr lang="en-US"/>
              <a:t> </a:t>
            </a:r>
            <a:r>
              <a:rPr lang="en-US" err="1"/>
              <a:t>thêm</a:t>
            </a:r>
            <a:r>
              <a:rPr lang="en-US"/>
              <a:t> </a:t>
            </a:r>
            <a:r>
              <a:rPr lang="en-US" err="1"/>
              <a:t>cơ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trong</a:t>
            </a:r>
            <a:r>
              <a:rPr lang="en-US"/>
              <a:t> </a:t>
            </a:r>
            <a:r>
              <a:rPr lang="en-US" err="1"/>
              <a:t>việc</a:t>
            </a:r>
            <a:r>
              <a:rPr lang="en-US"/>
              <a:t> </a:t>
            </a:r>
            <a:r>
              <a:rPr lang="en-US" err="1"/>
              <a:t>làm</a:t>
            </a:r>
            <a:r>
              <a:rPr lang="en-US"/>
              <a:t>, </a:t>
            </a:r>
            <a:r>
              <a:rPr lang="en-US" err="1"/>
              <a:t>mức</a:t>
            </a:r>
            <a:r>
              <a:rPr lang="en-US"/>
              <a:t> </a:t>
            </a:r>
            <a:r>
              <a:rPr lang="en-US" err="1"/>
              <a:t>lương</a:t>
            </a:r>
            <a:r>
              <a:rPr lang="en-US"/>
              <a:t> </a:t>
            </a:r>
            <a:r>
              <a:rPr lang="en-US" err="1"/>
              <a:t>thưởng</a:t>
            </a:r>
            <a:r>
              <a:rPr lang="en-US"/>
              <a:t> </a:t>
            </a:r>
            <a:r>
              <a:rPr lang="en-US" err="1"/>
              <a:t>hấp</a:t>
            </a:r>
            <a:r>
              <a:rPr lang="en-US"/>
              <a:t> </a:t>
            </a:r>
            <a:r>
              <a:rPr lang="en-US" err="1"/>
              <a:t>dẫn</a:t>
            </a:r>
          </a:p>
          <a:p>
            <a:pPr marL="628650" lvl="1" indent="-171450">
              <a:buFont typeface="Arial"/>
              <a:buChar char="•"/>
            </a:pPr>
            <a:r>
              <a:rPr lang="en-US" err="1"/>
              <a:t>Hiểu</a:t>
            </a:r>
            <a:r>
              <a:rPr lang="en-US"/>
              <a:t> </a:t>
            </a:r>
            <a:r>
              <a:rPr lang="en-US" err="1"/>
              <a:t>thêm</a:t>
            </a:r>
            <a:r>
              <a:rPr lang="en-US"/>
              <a:t> </a:t>
            </a:r>
            <a:r>
              <a:rPr lang="en-US" err="1"/>
              <a:t>được</a:t>
            </a:r>
            <a:r>
              <a:rPr lang="en-US"/>
              <a:t> </a:t>
            </a:r>
            <a:r>
              <a:rPr lang="en-US" err="1"/>
              <a:t>văn</a:t>
            </a:r>
            <a:r>
              <a:rPr lang="en-US"/>
              <a:t> </a:t>
            </a:r>
            <a:r>
              <a:rPr lang="en-US" err="1"/>
              <a:t>hoá</a:t>
            </a:r>
            <a:r>
              <a:rPr lang="en-US"/>
              <a:t>, con </a:t>
            </a:r>
            <a:r>
              <a:rPr lang="en-US" err="1"/>
              <a:t>người</a:t>
            </a:r>
            <a:r>
              <a:rPr lang="en-US"/>
              <a:t> </a:t>
            </a:r>
            <a:r>
              <a:rPr lang="en-US" err="1"/>
              <a:t>Nhât</a:t>
            </a:r>
            <a:r>
              <a:rPr lang="en-US"/>
              <a:t> - </a:t>
            </a:r>
            <a:r>
              <a:rPr lang="en-US" err="1"/>
              <a:t>đất</a:t>
            </a:r>
            <a:r>
              <a:rPr lang="en-US"/>
              <a:t> </a:t>
            </a:r>
            <a:r>
              <a:rPr lang="en-US" err="1"/>
              <a:t>nước</a:t>
            </a:r>
            <a:r>
              <a:rPr lang="en-US"/>
              <a:t> </a:t>
            </a:r>
            <a:r>
              <a:rPr lang="en-US" err="1"/>
              <a:t>mà</a:t>
            </a:r>
            <a:r>
              <a:rPr lang="en-US"/>
              <a:t> </a:t>
            </a:r>
            <a:r>
              <a:rPr lang="en-US" err="1"/>
              <a:t>chúng</a:t>
            </a:r>
            <a:r>
              <a:rPr lang="en-US"/>
              <a:t> ta </a:t>
            </a:r>
            <a:r>
              <a:rPr lang="en-US" err="1"/>
              <a:t>nên</a:t>
            </a:r>
            <a:r>
              <a:rPr lang="en-US"/>
              <a:t> </a:t>
            </a:r>
            <a:r>
              <a:rPr lang="en-US" err="1"/>
              <a:t>noi</a:t>
            </a:r>
            <a:r>
              <a:rPr lang="en-US"/>
              <a:t> </a:t>
            </a:r>
            <a:r>
              <a:rPr lang="en-US" err="1"/>
              <a:t>theo</a:t>
            </a:r>
            <a:endParaRPr lang="en-US"/>
          </a:p>
          <a:p>
            <a:pPr marL="628650" lvl="1" indent="-171450">
              <a:buFont typeface="Arial"/>
              <a:buChar char="•"/>
            </a:pP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những</a:t>
            </a:r>
            <a:r>
              <a:rPr lang="en-US"/>
              <a:t> </a:t>
            </a:r>
            <a:r>
              <a:rPr lang="en-US" err="1"/>
              <a:t>nét</a:t>
            </a:r>
            <a:r>
              <a:rPr lang="en-US"/>
              <a:t> </a:t>
            </a:r>
            <a:r>
              <a:rPr lang="en-US" err="1"/>
              <a:t>tương</a:t>
            </a:r>
            <a:r>
              <a:rPr lang="en-US"/>
              <a:t> </a:t>
            </a:r>
            <a:r>
              <a:rPr lang="en-US" err="1"/>
              <a:t>đồng</a:t>
            </a:r>
            <a:r>
              <a:rPr lang="en-US"/>
              <a:t> </a:t>
            </a:r>
            <a:r>
              <a:rPr lang="en-US" err="1"/>
              <a:t>giữa</a:t>
            </a:r>
            <a:r>
              <a:rPr lang="en-US"/>
              <a:t> </a:t>
            </a:r>
            <a:r>
              <a:rPr lang="en-US" err="1"/>
              <a:t>hai</a:t>
            </a:r>
            <a:r>
              <a:rPr lang="en-US"/>
              <a:t> </a:t>
            </a:r>
            <a:r>
              <a:rPr lang="en-US" err="1"/>
              <a:t>đất</a:t>
            </a:r>
            <a:r>
              <a:rPr lang="en-US"/>
              <a:t> </a:t>
            </a:r>
            <a:r>
              <a:rPr lang="en-US" err="1"/>
              <a:t>nước</a:t>
            </a:r>
            <a:endParaRPr lang="en-US"/>
          </a:p>
          <a:p>
            <a:pPr lvl="1"/>
            <a:r>
              <a:rPr lang="en-US"/>
              <a:t>⇒  </a:t>
            </a:r>
            <a:r>
              <a:rPr lang="en-US" err="1"/>
              <a:t>Vì</a:t>
            </a:r>
            <a:r>
              <a:rPr lang="en-US"/>
              <a:t> </a:t>
            </a:r>
            <a:r>
              <a:rPr lang="en-US" err="1"/>
              <a:t>vậy</a:t>
            </a:r>
            <a:r>
              <a:rPr lang="en-US"/>
              <a:t> </a:t>
            </a:r>
            <a:r>
              <a:rPr lang="en-US" err="1"/>
              <a:t>để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được</a:t>
            </a:r>
            <a:r>
              <a:rPr lang="en-US"/>
              <a:t> </a:t>
            </a:r>
            <a:r>
              <a:rPr lang="en-US" err="1"/>
              <a:t>một</a:t>
            </a:r>
            <a:r>
              <a:rPr lang="en-US"/>
              <a:t> </a:t>
            </a:r>
            <a:r>
              <a:rPr lang="en-US" err="1"/>
              <a:t>cách</a:t>
            </a:r>
            <a:r>
              <a:rPr lang="en-US"/>
              <a:t> </a:t>
            </a:r>
            <a:r>
              <a:rPr lang="en-US" err="1"/>
              <a:t>tự</a:t>
            </a:r>
            <a:r>
              <a:rPr lang="en-US"/>
              <a:t> </a:t>
            </a:r>
            <a:r>
              <a:rPr lang="en-US" err="1"/>
              <a:t>chủ</a:t>
            </a:r>
            <a:r>
              <a:rPr lang="en-US"/>
              <a:t> </a:t>
            </a:r>
            <a:r>
              <a:rPr lang="en-US" err="1"/>
              <a:t>trong</a:t>
            </a:r>
            <a:r>
              <a:rPr lang="en-US"/>
              <a:t> </a:t>
            </a:r>
            <a:r>
              <a:rPr lang="en-US" err="1"/>
              <a:t>việc</a:t>
            </a:r>
            <a:r>
              <a:rPr lang="en-US"/>
              <a:t> </a:t>
            </a:r>
            <a:r>
              <a:rPr lang="en-US" err="1"/>
              <a:t>học</a:t>
            </a:r>
            <a:r>
              <a:rPr lang="en-US"/>
              <a:t> </a:t>
            </a:r>
            <a:r>
              <a:rPr lang="en-US" err="1"/>
              <a:t>tập</a:t>
            </a:r>
            <a:r>
              <a:rPr lang="en-US"/>
              <a:t> </a:t>
            </a:r>
            <a:r>
              <a:rPr lang="en-US" err="1"/>
              <a:t>tiếng</a:t>
            </a:r>
            <a:r>
              <a:rPr lang="en-US"/>
              <a:t> </a:t>
            </a:r>
            <a:r>
              <a:rPr lang="en-US" err="1"/>
              <a:t>Nhật</a:t>
            </a:r>
            <a:r>
              <a:rPr lang="en-US"/>
              <a:t> ta </a:t>
            </a:r>
            <a:r>
              <a:rPr lang="en-US" err="1"/>
              <a:t>rất</a:t>
            </a:r>
            <a:r>
              <a:rPr lang="en-US"/>
              <a:t> </a:t>
            </a:r>
            <a:r>
              <a:rPr lang="en-US" err="1"/>
              <a:t>cần</a:t>
            </a:r>
            <a:r>
              <a:rPr lang="en-US"/>
              <a:t> </a:t>
            </a:r>
            <a:r>
              <a:rPr lang="en-US" err="1"/>
              <a:t>một</a:t>
            </a:r>
            <a:r>
              <a:rPr lang="en-US"/>
              <a:t> website, </a:t>
            </a:r>
            <a:r>
              <a:rPr lang="en-US" err="1"/>
              <a:t>mà</a:t>
            </a:r>
            <a:r>
              <a:rPr lang="en-US"/>
              <a:t> ở </a:t>
            </a:r>
            <a:r>
              <a:rPr lang="en-US" err="1"/>
              <a:t>đó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giúp</a:t>
            </a:r>
            <a:r>
              <a:rPr lang="en-US"/>
              <a:t> ta </a:t>
            </a:r>
            <a:r>
              <a:rPr lang="en-US" err="1"/>
              <a:t>phát</a:t>
            </a:r>
            <a:r>
              <a:rPr lang="en-US"/>
              <a:t> </a:t>
            </a:r>
            <a:r>
              <a:rPr lang="en-US" err="1"/>
              <a:t>triển</a:t>
            </a:r>
            <a:r>
              <a:rPr lang="en-US"/>
              <a:t> </a:t>
            </a:r>
            <a:r>
              <a:rPr lang="en-US" err="1"/>
              <a:t>vốn</a:t>
            </a:r>
            <a:r>
              <a:rPr lang="en-US"/>
              <a:t> </a:t>
            </a:r>
            <a:r>
              <a:rPr lang="en-US" err="1"/>
              <a:t>ngôn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của</a:t>
            </a:r>
            <a:r>
              <a:rPr lang="en-US"/>
              <a:t> </a:t>
            </a:r>
            <a:r>
              <a:rPr lang="en-US" err="1"/>
              <a:t>bản</a:t>
            </a:r>
            <a:r>
              <a:rPr lang="en-US"/>
              <a:t> </a:t>
            </a:r>
            <a:r>
              <a:rPr lang="en-US" err="1"/>
              <a:t>thân</a:t>
            </a:r>
            <a:r>
              <a:rPr lang="en-US"/>
              <a:t>.</a:t>
            </a:r>
          </a:p>
          <a:p>
            <a:r>
              <a:rPr lang="en-US"/>
              <a:t/>
            </a:r>
            <a:br>
              <a:rPr lang="en-US"/>
            </a:b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97576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/>
              <a:buChar char="•"/>
            </a:pPr>
            <a:r>
              <a:rPr lang="en-US" err="1"/>
              <a:t>Nền</a:t>
            </a:r>
            <a:r>
              <a:rPr lang="en-US"/>
              <a:t> </a:t>
            </a:r>
            <a:r>
              <a:rPr lang="en-US" err="1"/>
              <a:t>kinh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- </a:t>
            </a:r>
            <a:r>
              <a:rPr lang="en-US" err="1"/>
              <a:t>xã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phát</a:t>
            </a:r>
            <a:r>
              <a:rPr lang="en-US"/>
              <a:t> </a:t>
            </a:r>
            <a:r>
              <a:rPr lang="en-US" err="1"/>
              <a:t>triển</a:t>
            </a:r>
            <a:r>
              <a:rPr lang="en-US"/>
              <a:t>, </a:t>
            </a:r>
            <a:r>
              <a:rPr lang="en-US" err="1"/>
              <a:t>ảnh</a:t>
            </a:r>
            <a:r>
              <a:rPr lang="en-US"/>
              <a:t> </a:t>
            </a:r>
            <a:r>
              <a:rPr lang="en-US" err="1"/>
              <a:t>hưởng</a:t>
            </a:r>
            <a:r>
              <a:rPr lang="en-US"/>
              <a:t> </a:t>
            </a:r>
            <a:r>
              <a:rPr lang="en-US" err="1"/>
              <a:t>sự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nhập</a:t>
            </a:r>
            <a:r>
              <a:rPr lang="en-US"/>
              <a:t> </a:t>
            </a:r>
            <a:r>
              <a:rPr lang="en-US" err="1"/>
              <a:t>kinh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</a:t>
            </a:r>
            <a:r>
              <a:rPr lang="en-US" err="1"/>
              <a:t>quốc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</a:t>
            </a:r>
            <a:r>
              <a:rPr lang="en-US" err="1"/>
              <a:t>và</a:t>
            </a:r>
            <a:r>
              <a:rPr lang="en-US"/>
              <a:t> </a:t>
            </a:r>
            <a:r>
              <a:rPr lang="en-US" err="1"/>
              <a:t>toàn</a:t>
            </a:r>
            <a:r>
              <a:rPr lang="en-US"/>
              <a:t> </a:t>
            </a:r>
            <a:r>
              <a:rPr lang="en-US" err="1"/>
              <a:t>cầu</a:t>
            </a:r>
            <a:r>
              <a:rPr lang="en-US"/>
              <a:t> </a:t>
            </a:r>
            <a:r>
              <a:rPr lang="en-US" err="1"/>
              <a:t>hoá</a:t>
            </a:r>
            <a:endParaRPr lang="vi-VN" err="1"/>
          </a:p>
          <a:p>
            <a:r>
              <a:rPr lang="en-US"/>
              <a:t>⇒ </a:t>
            </a:r>
            <a:r>
              <a:rPr lang="en-US" err="1"/>
              <a:t>Ngoại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đóng</a:t>
            </a:r>
            <a:r>
              <a:rPr lang="en-US"/>
              <a:t> </a:t>
            </a:r>
            <a:r>
              <a:rPr lang="en-US" err="1"/>
              <a:t>vai</a:t>
            </a:r>
            <a:r>
              <a:rPr lang="en-US"/>
              <a:t> </a:t>
            </a:r>
            <a:r>
              <a:rPr lang="en-US" err="1"/>
              <a:t>trò</a:t>
            </a:r>
            <a:r>
              <a:rPr lang="en-US"/>
              <a:t> </a:t>
            </a:r>
            <a:r>
              <a:rPr lang="en-US" err="1"/>
              <a:t>vô</a:t>
            </a:r>
            <a:r>
              <a:rPr lang="en-US"/>
              <a:t> </a:t>
            </a:r>
            <a:r>
              <a:rPr lang="en-US" err="1"/>
              <a:t>cùng</a:t>
            </a:r>
            <a:r>
              <a:rPr lang="en-US"/>
              <a:t> </a:t>
            </a:r>
            <a:r>
              <a:rPr lang="en-US" err="1"/>
              <a:t>quan</a:t>
            </a:r>
            <a:r>
              <a:rPr lang="en-US"/>
              <a:t> </a:t>
            </a:r>
            <a:r>
              <a:rPr lang="en-US" err="1"/>
              <a:t>trọng</a:t>
            </a:r>
          </a:p>
          <a:p>
            <a:pPr marL="171450" indent="-171450">
              <a:buFont typeface="Arial"/>
              <a:buChar char="•"/>
            </a:pPr>
            <a:r>
              <a:rPr lang="en-US" err="1"/>
              <a:t>Tiếng</a:t>
            </a:r>
            <a:r>
              <a:rPr lang="en-US"/>
              <a:t> Anh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ngoại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nói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không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thiếu</a:t>
            </a:r>
            <a:r>
              <a:rPr lang="en-US"/>
              <a:t> </a:t>
            </a:r>
            <a:r>
              <a:rPr lang="en-US" err="1"/>
              <a:t>với</a:t>
            </a:r>
            <a:r>
              <a:rPr lang="en-US"/>
              <a:t> </a:t>
            </a:r>
            <a:r>
              <a:rPr lang="en-US" err="1"/>
              <a:t>cá</a:t>
            </a:r>
            <a:r>
              <a:rPr lang="en-US"/>
              <a:t> </a:t>
            </a:r>
            <a:r>
              <a:rPr lang="en-US" err="1"/>
              <a:t>nhân</a:t>
            </a:r>
            <a:r>
              <a:rPr lang="en-US"/>
              <a:t>, </a:t>
            </a:r>
            <a:r>
              <a:rPr lang="en-US" err="1"/>
              <a:t>tổ</a:t>
            </a:r>
            <a:r>
              <a:rPr lang="en-US"/>
              <a:t> </a:t>
            </a:r>
            <a:r>
              <a:rPr lang="en-US" err="1"/>
              <a:t>chức</a:t>
            </a:r>
            <a:r>
              <a:rPr lang="en-US"/>
              <a:t> </a:t>
            </a:r>
            <a:r>
              <a:rPr lang="en-US" err="1"/>
              <a:t>nào</a:t>
            </a:r>
            <a:r>
              <a:rPr lang="en-US"/>
              <a:t>. Tuy </a:t>
            </a:r>
            <a:r>
              <a:rPr lang="en-US" err="1"/>
              <a:t>nhiên</a:t>
            </a:r>
            <a:r>
              <a:rPr lang="en-US"/>
              <a:t> </a:t>
            </a:r>
            <a:r>
              <a:rPr lang="en-US" err="1"/>
              <a:t>với</a:t>
            </a:r>
            <a:r>
              <a:rPr lang="en-US"/>
              <a:t> </a:t>
            </a:r>
            <a:r>
              <a:rPr lang="en-US" err="1"/>
              <a:t>hiện</a:t>
            </a:r>
            <a:r>
              <a:rPr lang="en-US"/>
              <a:t> </a:t>
            </a:r>
            <a:r>
              <a:rPr lang="en-US" err="1"/>
              <a:t>tại</a:t>
            </a:r>
            <a:r>
              <a:rPr lang="en-US"/>
              <a:t>,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lẽ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không</a:t>
            </a:r>
            <a:r>
              <a:rPr lang="en-US"/>
              <a:t> </a:t>
            </a:r>
            <a:r>
              <a:rPr lang="en-US" err="1"/>
              <a:t>đủ</a:t>
            </a:r>
          </a:p>
          <a:p>
            <a:r>
              <a:rPr lang="en-US"/>
              <a:t>⇒ </a:t>
            </a:r>
            <a:r>
              <a:rPr lang="en-US" err="1"/>
              <a:t>Tiếng</a:t>
            </a:r>
            <a:r>
              <a:rPr lang="en-US"/>
              <a:t> </a:t>
            </a:r>
            <a:r>
              <a:rPr lang="en-US" err="1"/>
              <a:t>Nhật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lựa</a:t>
            </a:r>
            <a:r>
              <a:rPr lang="en-US"/>
              <a:t> </a:t>
            </a:r>
            <a:r>
              <a:rPr lang="en-US" err="1"/>
              <a:t>chọn</a:t>
            </a:r>
            <a:r>
              <a:rPr lang="en-US"/>
              <a:t> </a:t>
            </a:r>
            <a:r>
              <a:rPr lang="en-US" err="1"/>
              <a:t>phù</a:t>
            </a:r>
            <a:r>
              <a:rPr lang="en-US"/>
              <a:t> </a:t>
            </a:r>
            <a:r>
              <a:rPr lang="en-US" err="1"/>
              <a:t>hợp</a:t>
            </a:r>
            <a:r>
              <a:rPr lang="en-US"/>
              <a:t> </a:t>
            </a:r>
            <a:r>
              <a:rPr lang="en-US" err="1"/>
              <a:t>tiếp</a:t>
            </a:r>
            <a:r>
              <a:rPr lang="en-US"/>
              <a:t> </a:t>
            </a:r>
            <a:r>
              <a:rPr lang="en-US" err="1"/>
              <a:t>theo</a:t>
            </a:r>
            <a:r>
              <a:rPr lang="en-US"/>
              <a:t> </a:t>
            </a:r>
            <a:r>
              <a:rPr lang="en-US" err="1"/>
              <a:t>mà</a:t>
            </a:r>
            <a:r>
              <a:rPr lang="en-US"/>
              <a:t> </a:t>
            </a:r>
            <a:r>
              <a:rPr lang="en-US" err="1"/>
              <a:t>chúng</a:t>
            </a:r>
            <a:r>
              <a:rPr lang="en-US"/>
              <a:t> ta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hướng</a:t>
            </a:r>
            <a:r>
              <a:rPr lang="en-US"/>
              <a:t> </a:t>
            </a:r>
            <a:r>
              <a:rPr lang="en-US" err="1"/>
              <a:t>đến</a:t>
            </a:r>
          </a:p>
          <a:p>
            <a:pPr marL="171450" indent="-171450">
              <a:buFont typeface="Arial"/>
              <a:buChar char="•"/>
            </a:pPr>
            <a:r>
              <a:rPr lang="en-US" err="1"/>
              <a:t>Lý</a:t>
            </a:r>
            <a:r>
              <a:rPr lang="en-US"/>
              <a:t> do: </a:t>
            </a:r>
          </a:p>
          <a:p>
            <a:pPr marL="628650" lvl="1" indent="-171450">
              <a:buFont typeface="Arial"/>
              <a:buChar char="•"/>
            </a:pPr>
            <a:r>
              <a:rPr lang="en-US" err="1"/>
              <a:t>Tăng</a:t>
            </a:r>
            <a:r>
              <a:rPr lang="en-US"/>
              <a:t> </a:t>
            </a:r>
            <a:r>
              <a:rPr lang="en-US" err="1"/>
              <a:t>thêm</a:t>
            </a:r>
            <a:r>
              <a:rPr lang="en-US"/>
              <a:t> </a:t>
            </a:r>
            <a:r>
              <a:rPr lang="en-US" err="1"/>
              <a:t>cơ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trong</a:t>
            </a:r>
            <a:r>
              <a:rPr lang="en-US"/>
              <a:t> </a:t>
            </a:r>
            <a:r>
              <a:rPr lang="en-US" err="1"/>
              <a:t>việc</a:t>
            </a:r>
            <a:r>
              <a:rPr lang="en-US"/>
              <a:t> </a:t>
            </a:r>
            <a:r>
              <a:rPr lang="en-US" err="1"/>
              <a:t>làm</a:t>
            </a:r>
            <a:r>
              <a:rPr lang="en-US"/>
              <a:t>, </a:t>
            </a:r>
            <a:r>
              <a:rPr lang="en-US" err="1"/>
              <a:t>mức</a:t>
            </a:r>
            <a:r>
              <a:rPr lang="en-US"/>
              <a:t> </a:t>
            </a:r>
            <a:r>
              <a:rPr lang="en-US" err="1"/>
              <a:t>lương</a:t>
            </a:r>
            <a:r>
              <a:rPr lang="en-US"/>
              <a:t> </a:t>
            </a:r>
            <a:r>
              <a:rPr lang="en-US" err="1"/>
              <a:t>thưởng</a:t>
            </a:r>
            <a:r>
              <a:rPr lang="en-US"/>
              <a:t> </a:t>
            </a:r>
            <a:r>
              <a:rPr lang="en-US" err="1"/>
              <a:t>hấp</a:t>
            </a:r>
            <a:r>
              <a:rPr lang="en-US"/>
              <a:t> </a:t>
            </a:r>
            <a:r>
              <a:rPr lang="en-US" err="1"/>
              <a:t>dẫn</a:t>
            </a:r>
          </a:p>
          <a:p>
            <a:pPr marL="628650" lvl="1" indent="-171450">
              <a:buFont typeface="Arial"/>
              <a:buChar char="•"/>
            </a:pPr>
            <a:r>
              <a:rPr lang="en-US" err="1"/>
              <a:t>Hiểu</a:t>
            </a:r>
            <a:r>
              <a:rPr lang="en-US"/>
              <a:t> </a:t>
            </a:r>
            <a:r>
              <a:rPr lang="en-US" err="1"/>
              <a:t>thêm</a:t>
            </a:r>
            <a:r>
              <a:rPr lang="en-US"/>
              <a:t> </a:t>
            </a:r>
            <a:r>
              <a:rPr lang="en-US" err="1"/>
              <a:t>được</a:t>
            </a:r>
            <a:r>
              <a:rPr lang="en-US"/>
              <a:t> </a:t>
            </a:r>
            <a:r>
              <a:rPr lang="en-US" err="1"/>
              <a:t>văn</a:t>
            </a:r>
            <a:r>
              <a:rPr lang="en-US"/>
              <a:t> </a:t>
            </a:r>
            <a:r>
              <a:rPr lang="en-US" err="1"/>
              <a:t>hoá</a:t>
            </a:r>
            <a:r>
              <a:rPr lang="en-US"/>
              <a:t>, con </a:t>
            </a:r>
            <a:r>
              <a:rPr lang="en-US" err="1"/>
              <a:t>người</a:t>
            </a:r>
            <a:r>
              <a:rPr lang="en-US"/>
              <a:t> </a:t>
            </a:r>
            <a:r>
              <a:rPr lang="en-US" err="1"/>
              <a:t>Nhât</a:t>
            </a:r>
            <a:r>
              <a:rPr lang="en-US"/>
              <a:t> - </a:t>
            </a:r>
            <a:r>
              <a:rPr lang="en-US" err="1"/>
              <a:t>đất</a:t>
            </a:r>
            <a:r>
              <a:rPr lang="en-US"/>
              <a:t> </a:t>
            </a:r>
            <a:r>
              <a:rPr lang="en-US" err="1"/>
              <a:t>nước</a:t>
            </a:r>
            <a:r>
              <a:rPr lang="en-US"/>
              <a:t> </a:t>
            </a:r>
            <a:r>
              <a:rPr lang="en-US" err="1"/>
              <a:t>mà</a:t>
            </a:r>
            <a:r>
              <a:rPr lang="en-US"/>
              <a:t> </a:t>
            </a:r>
            <a:r>
              <a:rPr lang="en-US" err="1"/>
              <a:t>chúng</a:t>
            </a:r>
            <a:r>
              <a:rPr lang="en-US"/>
              <a:t> ta </a:t>
            </a:r>
            <a:r>
              <a:rPr lang="en-US" err="1"/>
              <a:t>nên</a:t>
            </a:r>
            <a:r>
              <a:rPr lang="en-US"/>
              <a:t> </a:t>
            </a:r>
            <a:r>
              <a:rPr lang="en-US" err="1"/>
              <a:t>noi</a:t>
            </a:r>
            <a:r>
              <a:rPr lang="en-US"/>
              <a:t> </a:t>
            </a:r>
            <a:r>
              <a:rPr lang="en-US" err="1"/>
              <a:t>theo</a:t>
            </a:r>
            <a:endParaRPr lang="en-US"/>
          </a:p>
          <a:p>
            <a:pPr marL="628650" lvl="1" indent="-171450">
              <a:buFont typeface="Arial"/>
              <a:buChar char="•"/>
            </a:pP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những</a:t>
            </a:r>
            <a:r>
              <a:rPr lang="en-US"/>
              <a:t> </a:t>
            </a:r>
            <a:r>
              <a:rPr lang="en-US" err="1"/>
              <a:t>nét</a:t>
            </a:r>
            <a:r>
              <a:rPr lang="en-US"/>
              <a:t> </a:t>
            </a:r>
            <a:r>
              <a:rPr lang="en-US" err="1"/>
              <a:t>tương</a:t>
            </a:r>
            <a:r>
              <a:rPr lang="en-US"/>
              <a:t> </a:t>
            </a:r>
            <a:r>
              <a:rPr lang="en-US" err="1"/>
              <a:t>đồng</a:t>
            </a:r>
            <a:r>
              <a:rPr lang="en-US"/>
              <a:t> </a:t>
            </a:r>
            <a:r>
              <a:rPr lang="en-US" err="1"/>
              <a:t>giữa</a:t>
            </a:r>
            <a:r>
              <a:rPr lang="en-US"/>
              <a:t> </a:t>
            </a:r>
            <a:r>
              <a:rPr lang="en-US" err="1"/>
              <a:t>hai</a:t>
            </a:r>
            <a:r>
              <a:rPr lang="en-US"/>
              <a:t> </a:t>
            </a:r>
            <a:r>
              <a:rPr lang="en-US" err="1"/>
              <a:t>đất</a:t>
            </a:r>
            <a:r>
              <a:rPr lang="en-US"/>
              <a:t> </a:t>
            </a:r>
            <a:r>
              <a:rPr lang="en-US" err="1"/>
              <a:t>nước</a:t>
            </a:r>
            <a:endParaRPr lang="en-US"/>
          </a:p>
          <a:p>
            <a:pPr lvl="1"/>
            <a:r>
              <a:rPr lang="en-US"/>
              <a:t>⇒  </a:t>
            </a:r>
            <a:r>
              <a:rPr lang="en-US" err="1"/>
              <a:t>Vì</a:t>
            </a:r>
            <a:r>
              <a:rPr lang="en-US"/>
              <a:t> </a:t>
            </a:r>
            <a:r>
              <a:rPr lang="en-US" err="1"/>
              <a:t>vậy</a:t>
            </a:r>
            <a:r>
              <a:rPr lang="en-US"/>
              <a:t> </a:t>
            </a:r>
            <a:r>
              <a:rPr lang="en-US" err="1"/>
              <a:t>để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được</a:t>
            </a:r>
            <a:r>
              <a:rPr lang="en-US"/>
              <a:t> </a:t>
            </a:r>
            <a:r>
              <a:rPr lang="en-US" err="1"/>
              <a:t>một</a:t>
            </a:r>
            <a:r>
              <a:rPr lang="en-US"/>
              <a:t> </a:t>
            </a:r>
            <a:r>
              <a:rPr lang="en-US" err="1"/>
              <a:t>cách</a:t>
            </a:r>
            <a:r>
              <a:rPr lang="en-US"/>
              <a:t> </a:t>
            </a:r>
            <a:r>
              <a:rPr lang="en-US" err="1"/>
              <a:t>tự</a:t>
            </a:r>
            <a:r>
              <a:rPr lang="en-US"/>
              <a:t> </a:t>
            </a:r>
            <a:r>
              <a:rPr lang="en-US" err="1"/>
              <a:t>chủ</a:t>
            </a:r>
            <a:r>
              <a:rPr lang="en-US"/>
              <a:t> </a:t>
            </a:r>
            <a:r>
              <a:rPr lang="en-US" err="1"/>
              <a:t>trong</a:t>
            </a:r>
            <a:r>
              <a:rPr lang="en-US"/>
              <a:t> </a:t>
            </a:r>
            <a:r>
              <a:rPr lang="en-US" err="1"/>
              <a:t>việc</a:t>
            </a:r>
            <a:r>
              <a:rPr lang="en-US"/>
              <a:t> </a:t>
            </a:r>
            <a:r>
              <a:rPr lang="en-US" err="1"/>
              <a:t>học</a:t>
            </a:r>
            <a:r>
              <a:rPr lang="en-US"/>
              <a:t> </a:t>
            </a:r>
            <a:r>
              <a:rPr lang="en-US" err="1"/>
              <a:t>tập</a:t>
            </a:r>
            <a:r>
              <a:rPr lang="en-US"/>
              <a:t> </a:t>
            </a:r>
            <a:r>
              <a:rPr lang="en-US" err="1"/>
              <a:t>tiếng</a:t>
            </a:r>
            <a:r>
              <a:rPr lang="en-US"/>
              <a:t> </a:t>
            </a:r>
            <a:r>
              <a:rPr lang="en-US" err="1"/>
              <a:t>Nhật</a:t>
            </a:r>
            <a:r>
              <a:rPr lang="en-US"/>
              <a:t> ta </a:t>
            </a:r>
            <a:r>
              <a:rPr lang="en-US" err="1"/>
              <a:t>rất</a:t>
            </a:r>
            <a:r>
              <a:rPr lang="en-US"/>
              <a:t> </a:t>
            </a:r>
            <a:r>
              <a:rPr lang="en-US" err="1"/>
              <a:t>cần</a:t>
            </a:r>
            <a:r>
              <a:rPr lang="en-US"/>
              <a:t> </a:t>
            </a:r>
            <a:r>
              <a:rPr lang="en-US" err="1"/>
              <a:t>một</a:t>
            </a:r>
            <a:r>
              <a:rPr lang="en-US"/>
              <a:t> website, </a:t>
            </a:r>
            <a:r>
              <a:rPr lang="en-US" err="1"/>
              <a:t>mà</a:t>
            </a:r>
            <a:r>
              <a:rPr lang="en-US"/>
              <a:t> ở </a:t>
            </a:r>
            <a:r>
              <a:rPr lang="en-US" err="1"/>
              <a:t>đó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giúp</a:t>
            </a:r>
            <a:r>
              <a:rPr lang="en-US"/>
              <a:t> ta </a:t>
            </a:r>
            <a:r>
              <a:rPr lang="en-US" err="1"/>
              <a:t>phát</a:t>
            </a:r>
            <a:r>
              <a:rPr lang="en-US"/>
              <a:t> </a:t>
            </a:r>
            <a:r>
              <a:rPr lang="en-US" err="1"/>
              <a:t>triển</a:t>
            </a:r>
            <a:r>
              <a:rPr lang="en-US"/>
              <a:t> </a:t>
            </a:r>
            <a:r>
              <a:rPr lang="en-US" err="1"/>
              <a:t>vốn</a:t>
            </a:r>
            <a:r>
              <a:rPr lang="en-US"/>
              <a:t> </a:t>
            </a:r>
            <a:r>
              <a:rPr lang="en-US" err="1"/>
              <a:t>ngôn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của</a:t>
            </a:r>
            <a:r>
              <a:rPr lang="en-US"/>
              <a:t> </a:t>
            </a:r>
            <a:r>
              <a:rPr lang="en-US" err="1"/>
              <a:t>bản</a:t>
            </a:r>
            <a:r>
              <a:rPr lang="en-US"/>
              <a:t> </a:t>
            </a:r>
            <a:r>
              <a:rPr lang="en-US" err="1"/>
              <a:t>thân</a:t>
            </a:r>
            <a:r>
              <a:rPr lang="en-US"/>
              <a:t>.</a:t>
            </a:r>
          </a:p>
          <a:p>
            <a:r>
              <a:rPr lang="en-US"/>
              <a:t/>
            </a:r>
            <a:br>
              <a:rPr lang="en-US"/>
            </a:b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52978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002493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640144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356828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468941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052224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295128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1880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5778124"/>
            <a:ext cx="12192000" cy="107987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107987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04900" y="2292094"/>
            <a:ext cx="10096500" cy="2219691"/>
          </a:xfrm>
        </p:spPr>
        <p:txBody>
          <a:bodyPr anchor="ctr">
            <a:normAutofit/>
          </a:bodyPr>
          <a:lstStyle>
            <a:lvl1pPr algn="l">
              <a:defRPr sz="4400" cap="all" baseline="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4898" y="4511784"/>
            <a:ext cx="10096501" cy="955565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 smtClean="0"/>
              <a:t>7/14/2020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t>‹#›</a:t>
            </a:fld>
            <a:endParaRPr/>
          </a:p>
        </p:txBody>
      </p:sp>
      <p:pic>
        <p:nvPicPr>
          <p:cNvPr id="11" name="Picture 10" title="Ribbon tab"/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3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24445" y="0"/>
            <a:ext cx="1747524" cy="22920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975651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 smtClean="0"/>
              <a:t>7/14/2020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8687682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/>
          <p:cNvGrpSpPr/>
          <p:nvPr/>
        </p:nvGrpSpPr>
        <p:grpSpPr>
          <a:xfrm rot="10800000">
            <a:off x="0" y="5645510"/>
            <a:ext cx="12192000" cy="63125"/>
            <a:chOff x="507492" y="1501519"/>
            <a:chExt cx="8129016" cy="63125"/>
          </a:xfrm>
        </p:grpSpPr>
        <p:cxnSp>
          <p:nvCxnSpPr>
            <p:cNvPr id="17" name="Straight Connector 16"/>
            <p:cNvCxnSpPr/>
            <p:nvPr/>
          </p:nvCxnSpPr>
          <p:spPr>
            <a:xfrm>
              <a:off x="507492" y="1564644"/>
              <a:ext cx="8129016" cy="0"/>
            </a:xfrm>
            <a:prstGeom prst="line">
              <a:avLst/>
            </a:prstGeom>
            <a:ln w="381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507492" y="1501519"/>
              <a:ext cx="8129016" cy="0"/>
            </a:xfrm>
            <a:prstGeom prst="line">
              <a:avLst/>
            </a:prstGeom>
            <a:ln w="127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0" y="1143000"/>
            <a:ext cx="12192000" cy="63125"/>
            <a:chOff x="507492" y="1501519"/>
            <a:chExt cx="8129016" cy="63125"/>
          </a:xfrm>
        </p:grpSpPr>
        <p:cxnSp>
          <p:nvCxnSpPr>
            <p:cNvPr id="15" name="Straight Connector 14"/>
            <p:cNvCxnSpPr/>
            <p:nvPr/>
          </p:nvCxnSpPr>
          <p:spPr>
            <a:xfrm>
              <a:off x="507492" y="1564644"/>
              <a:ext cx="8129016" cy="0"/>
            </a:xfrm>
            <a:prstGeom prst="line">
              <a:avLst/>
            </a:prstGeom>
            <a:ln w="381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/>
            <p:nvPr/>
          </p:nvCxnSpPr>
          <p:spPr>
            <a:xfrm>
              <a:off x="507492" y="1501519"/>
              <a:ext cx="8129016" cy="0"/>
            </a:xfrm>
            <a:prstGeom prst="line">
              <a:avLst/>
            </a:prstGeom>
            <a:ln w="127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Rectangle 6"/>
          <p:cNvSpPr/>
          <p:nvPr/>
        </p:nvSpPr>
        <p:spPr>
          <a:xfrm>
            <a:off x="0" y="5778124"/>
            <a:ext cx="12192000" cy="107987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107987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04900" y="2292094"/>
            <a:ext cx="5734050" cy="2219691"/>
          </a:xfrm>
        </p:spPr>
        <p:txBody>
          <a:bodyPr anchor="ctr">
            <a:normAutofit/>
          </a:bodyPr>
          <a:lstStyle>
            <a:lvl1pPr algn="l">
              <a:defRPr sz="4400" cap="all" baseline="0"/>
            </a:lvl1pPr>
          </a:lstStyle>
          <a:p>
            <a:r>
              <a:t>Click to edit Master title style</a:t>
            </a:r>
          </a:p>
        </p:txBody>
      </p:sp>
      <p:sp>
        <p:nvSpPr>
          <p:cNvPr id="11" name="Picture Placeholder 10" title="An empty placeholder to add an image. Click on the placeholder and select the image that you wish to add"/>
          <p:cNvSpPr>
            <a:spLocks noGrp="1"/>
          </p:cNvSpPr>
          <p:nvPr>
            <p:ph type="pic" sz="quarter" idx="13"/>
          </p:nvPr>
        </p:nvSpPr>
        <p:spPr>
          <a:xfrm>
            <a:off x="6981063" y="1310656"/>
            <a:ext cx="5210937" cy="4208604"/>
          </a:xfrm>
          <a:solidFill>
            <a:schemeClr val="tx1">
              <a:lumMod val="20000"/>
              <a:lumOff val="80000"/>
            </a:schemeClr>
          </a:solidFill>
        </p:spPr>
        <p:txBody>
          <a:bodyPr tIns="1005840"/>
          <a:lstStyle>
            <a:lvl1pPr marL="0" indent="0" algn="ctr">
              <a:buNone/>
              <a:defRPr/>
            </a:lvl1pPr>
          </a:lstStyle>
          <a:p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4900" y="4511784"/>
            <a:ext cx="5734050" cy="955565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Click to edit Master subtitle style</a:t>
            </a:r>
          </a:p>
        </p:txBody>
      </p:sp>
      <p:pic>
        <p:nvPicPr>
          <p:cNvPr id="10" name="Picture 9" title="Ribbon tab"/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3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25880" y="0"/>
            <a:ext cx="1747524" cy="22920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394360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2514600"/>
            <a:ext cx="12192000" cy="3194035"/>
            <a:chOff x="647402" y="2514600"/>
            <a:chExt cx="10838688" cy="3194035"/>
          </a:xfrm>
        </p:grpSpPr>
        <p:grpSp>
          <p:nvGrpSpPr>
            <p:cNvPr id="9" name="Group 8"/>
            <p:cNvGrpSpPr/>
            <p:nvPr/>
          </p:nvGrpSpPr>
          <p:grpSpPr>
            <a:xfrm>
              <a:off x="647402" y="2514600"/>
              <a:ext cx="10838688" cy="63125"/>
              <a:chOff x="507492" y="1501519"/>
              <a:chExt cx="8129016" cy="63125"/>
            </a:xfrm>
          </p:grpSpPr>
          <p:cxnSp>
            <p:nvCxnSpPr>
              <p:cNvPr id="14" name="Straight Connector 13"/>
              <p:cNvCxnSpPr/>
              <p:nvPr/>
            </p:nvCxnSpPr>
            <p:spPr>
              <a:xfrm>
                <a:off x="507492" y="1564644"/>
                <a:ext cx="8129016" cy="0"/>
              </a:xfrm>
              <a:prstGeom prst="line">
                <a:avLst/>
              </a:prstGeom>
              <a:ln w="38100" cap="flat">
                <a:solidFill>
                  <a:schemeClr val="tx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/>
              <p:cNvCxnSpPr/>
              <p:nvPr/>
            </p:nvCxnSpPr>
            <p:spPr>
              <a:xfrm>
                <a:off x="507492" y="1501519"/>
                <a:ext cx="8129016" cy="0"/>
              </a:xfrm>
              <a:prstGeom prst="line">
                <a:avLst/>
              </a:prstGeom>
              <a:ln w="12700" cap="flat">
                <a:solidFill>
                  <a:schemeClr val="tx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Rectangle 9"/>
            <p:cNvSpPr/>
            <p:nvPr/>
          </p:nvSpPr>
          <p:spPr>
            <a:xfrm>
              <a:off x="647402" y="2640850"/>
              <a:ext cx="10838688" cy="294153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grpSp>
          <p:nvGrpSpPr>
            <p:cNvPr id="11" name="Group 10"/>
            <p:cNvGrpSpPr/>
            <p:nvPr/>
          </p:nvGrpSpPr>
          <p:grpSpPr>
            <a:xfrm rot="10800000">
              <a:off x="647402" y="5645510"/>
              <a:ext cx="10838688" cy="63125"/>
              <a:chOff x="507492" y="1501519"/>
              <a:chExt cx="8129016" cy="63125"/>
            </a:xfrm>
          </p:grpSpPr>
          <p:cxnSp>
            <p:nvCxnSpPr>
              <p:cNvPr id="12" name="Straight Connector 11"/>
              <p:cNvCxnSpPr/>
              <p:nvPr/>
            </p:nvCxnSpPr>
            <p:spPr>
              <a:xfrm>
                <a:off x="507492" y="1564644"/>
                <a:ext cx="8129016" cy="0"/>
              </a:xfrm>
              <a:prstGeom prst="line">
                <a:avLst/>
              </a:prstGeom>
              <a:ln w="38100" cap="flat">
                <a:solidFill>
                  <a:schemeClr val="tx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/>
              <p:cNvCxnSpPr/>
              <p:nvPr/>
            </p:nvCxnSpPr>
            <p:spPr>
              <a:xfrm>
                <a:off x="507492" y="1501519"/>
                <a:ext cx="8129016" cy="0"/>
              </a:xfrm>
              <a:prstGeom prst="line">
                <a:avLst/>
              </a:prstGeom>
              <a:ln w="12700" cap="flat">
                <a:solidFill>
                  <a:schemeClr val="tx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4899" y="2971806"/>
            <a:ext cx="10071099" cy="1684150"/>
          </a:xfrm>
        </p:spPr>
        <p:txBody>
          <a:bodyPr anchor="ctr">
            <a:normAutofit/>
          </a:bodyPr>
          <a:lstStyle>
            <a:lvl1pPr>
              <a:defRPr sz="4400" cap="all" baseline="0">
                <a:solidFill>
                  <a:schemeClr val="bg1"/>
                </a:solidFill>
              </a:defRPr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4899" y="4655956"/>
            <a:ext cx="10071099" cy="509750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 smtClean="0"/>
              <a:t>7/14/2020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t>‹#›</a:t>
            </a:fld>
            <a:endParaRPr/>
          </a:p>
        </p:txBody>
      </p:sp>
      <p:pic>
        <p:nvPicPr>
          <p:cNvPr id="7" name="Picture 6" title="Ribbon tab"/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880" y="0"/>
            <a:ext cx="1783188" cy="2971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267880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4900" y="1600200"/>
            <a:ext cx="4914900" cy="4571999"/>
          </a:xfrm>
        </p:spPr>
        <p:txBody>
          <a:bodyPr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600200"/>
            <a:ext cx="4914900" cy="4571999"/>
          </a:xfrm>
        </p:spPr>
        <p:txBody>
          <a:bodyPr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</a:lstStyle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 smtClean="0"/>
              <a:t>7/14/2020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2779106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4900" y="1600200"/>
            <a:ext cx="4919472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4900" y="2424112"/>
            <a:ext cx="4919472" cy="3748088"/>
          </a:xfrm>
        </p:spPr>
        <p:txBody>
          <a:bodyPr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66110" y="1600200"/>
            <a:ext cx="4919472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66110" y="2424112"/>
            <a:ext cx="4919472" cy="3748088"/>
          </a:xfrm>
        </p:spPr>
        <p:txBody>
          <a:bodyPr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 smtClean="0"/>
              <a:t>7/14/2020</a:t>
            </a:fld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7101610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 smtClean="0"/>
              <a:t>7/14/2020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58111529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 smtClean="0"/>
              <a:t>7/14/2020</a:t>
            </a:fld>
            <a:endParaRPr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241692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641848" y="1600199"/>
            <a:ext cx="5445252" cy="4572001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6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04900" y="1600200"/>
            <a:ext cx="4384548" cy="4572000"/>
          </a:xfrm>
        </p:spPr>
        <p:txBody>
          <a:bodyPr>
            <a:normAutofit/>
          </a:bodyPr>
          <a:lstStyle>
            <a:lvl1pPr marL="0" indent="0">
              <a:spcBef>
                <a:spcPts val="1200"/>
              </a:spcBef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 smtClean="0"/>
              <a:t>7/14/2020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69764688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Picture Placeholder 2" title="An empty placeholder to add an image. Click on the placeholder and select the image that you wish to add"/>
          <p:cNvSpPr>
            <a:spLocks noGrp="1"/>
          </p:cNvSpPr>
          <p:nvPr>
            <p:ph type="pic" idx="1"/>
          </p:nvPr>
        </p:nvSpPr>
        <p:spPr>
          <a:xfrm>
            <a:off x="4654671" y="1600199"/>
            <a:ext cx="6430912" cy="4572001"/>
          </a:xfrm>
        </p:spPr>
        <p:txBody>
          <a:bodyPr tIns="1188720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04900" y="1600200"/>
            <a:ext cx="3396996" cy="4572000"/>
          </a:xfrm>
        </p:spPr>
        <p:txBody>
          <a:bodyPr>
            <a:normAutofit/>
          </a:bodyPr>
          <a:lstStyle>
            <a:lvl1pPr marL="0" indent="0">
              <a:spcBef>
                <a:spcPts val="1200"/>
              </a:spcBef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 smtClean="0"/>
              <a:t>7/14/2020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69637093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 smtClean="0"/>
              <a:t>7/14/2020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12076707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372600" y="365125"/>
            <a:ext cx="1714500" cy="5811838"/>
          </a:xfrm>
        </p:spPr>
        <p:txBody>
          <a:bodyPr vert="eaVert"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04900" y="365125"/>
            <a:ext cx="8098896" cy="5811838"/>
          </a:xfrm>
        </p:spPr>
        <p:txBody>
          <a:bodyPr vert="eaVert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 smtClean="0"/>
              <a:t>7/14/2020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t>‹#›</a:t>
            </a:fld>
            <a:endParaRPr/>
          </a:p>
        </p:txBody>
      </p:sp>
      <p:grpSp>
        <p:nvGrpSpPr>
          <p:cNvPr id="7" name="Group 6"/>
          <p:cNvGrpSpPr/>
          <p:nvPr/>
        </p:nvGrpSpPr>
        <p:grpSpPr>
          <a:xfrm rot="5400000">
            <a:off x="6514047" y="3228843"/>
            <a:ext cx="5632704" cy="84403"/>
            <a:chOff x="1073150" y="1219201"/>
            <a:chExt cx="10058400" cy="63125"/>
          </a:xfrm>
        </p:grpSpPr>
        <p:cxnSp>
          <p:nvCxnSpPr>
            <p:cNvPr id="8" name="Straight Connector 7"/>
            <p:cNvCxnSpPr/>
            <p:nvPr/>
          </p:nvCxnSpPr>
          <p:spPr>
            <a:xfrm rot="10800000">
              <a:off x="1073150" y="1219201"/>
              <a:ext cx="10058400" cy="0"/>
            </a:xfrm>
            <a:prstGeom prst="line">
              <a:avLst/>
            </a:prstGeom>
            <a:ln w="381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rot="10800000">
              <a:off x="1073150" y="1282326"/>
              <a:ext cx="10058400" cy="0"/>
            </a:xfrm>
            <a:prstGeom prst="line">
              <a:avLst/>
            </a:prstGeom>
            <a:ln w="127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45927127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04900" y="76200"/>
            <a:ext cx="9980682" cy="1096962"/>
          </a:xfrm>
          <a:prstGeom prst="rect">
            <a:avLst/>
          </a:prstGeom>
        </p:spPr>
        <p:txBody>
          <a:bodyPr vert="horz" lIns="0" tIns="45720" rIns="0" bIns="45720" rtlCol="0" anchor="b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4900" y="1600200"/>
            <a:ext cx="9982200" cy="457200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  <a:p>
            <a:pPr lvl="5"/>
            <a:r>
              <a:t>Sixth level</a:t>
            </a:r>
          </a:p>
          <a:p>
            <a:pPr lvl="6"/>
            <a:r>
              <a:t>Seventh level</a:t>
            </a:r>
          </a:p>
          <a:p>
            <a:pPr lvl="7"/>
            <a:r>
              <a:t>Eighth level</a:t>
            </a:r>
          </a:p>
          <a:p>
            <a:pPr lvl="8"/>
            <a:r>
              <a:t>Ninth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04899" y="6356351"/>
            <a:ext cx="1829559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2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402B9795-92DC-40DC-A1CA-9A4B349D7824}" type="datetimeFigureOut">
              <a:rPr lang="en-US" smtClean="0"/>
              <a:pPr/>
              <a:t>7/14/2020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34459" y="6356350"/>
            <a:ext cx="6323082" cy="365126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ctr">
              <a:defRPr sz="12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256782" y="6356351"/>
            <a:ext cx="1828800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0FF54DE5-C571-48E8-A5BC-B369434E2F44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15" name="Group 14"/>
          <p:cNvGrpSpPr/>
          <p:nvPr/>
        </p:nvGrpSpPr>
        <p:grpSpPr>
          <a:xfrm>
            <a:off x="1103376" y="1219201"/>
            <a:ext cx="9985248" cy="84403"/>
            <a:chOff x="1073150" y="1219201"/>
            <a:chExt cx="10058400" cy="63125"/>
          </a:xfrm>
        </p:grpSpPr>
        <p:cxnSp>
          <p:nvCxnSpPr>
            <p:cNvPr id="13" name="Straight Connector 12"/>
            <p:cNvCxnSpPr/>
            <p:nvPr/>
          </p:nvCxnSpPr>
          <p:spPr>
            <a:xfrm rot="10800000">
              <a:off x="1073150" y="1219201"/>
              <a:ext cx="10058400" cy="0"/>
            </a:xfrm>
            <a:prstGeom prst="line">
              <a:avLst/>
            </a:prstGeom>
            <a:ln w="381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/>
            <p:cNvCxnSpPr/>
            <p:nvPr/>
          </p:nvCxnSpPr>
          <p:spPr>
            <a:xfrm rot="10800000">
              <a:off x="1073150" y="1282326"/>
              <a:ext cx="10058400" cy="0"/>
            </a:xfrm>
            <a:prstGeom prst="line">
              <a:avLst/>
            </a:prstGeom>
            <a:ln w="127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462510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800"/>
        </a:spcBef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600"/>
        </a:spcBef>
        <a:buFont typeface="Wingdings" panose="05000000000000000000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696">
          <p15:clr>
            <a:srgbClr val="F26B43"/>
          </p15:clr>
        </p15:guide>
        <p15:guide id="2" pos="6984">
          <p15:clr>
            <a:srgbClr val="F26B43"/>
          </p15:clr>
        </p15:guide>
        <p15:guide id="3" orient="horz" pos="1008">
          <p15:clr>
            <a:srgbClr val="F26B43"/>
          </p15:clr>
        </p15:guide>
        <p15:guide id="4" orient="horz" pos="388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Hình ảnh 5" descr="Ảnh có chứa vẽ&#10;&#10;Mô tả được tự động tạo">
            <a:extLst>
              <a:ext uri="{FF2B5EF4-FFF2-40B4-BE49-F238E27FC236}">
                <a16:creationId xmlns:a16="http://schemas.microsoft.com/office/drawing/2014/main" id="{15A7C5C1-6650-4F9F-A8D5-0400486404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7926" y="98379"/>
            <a:ext cx="7058025" cy="1076325"/>
          </a:xfrm>
          <a:prstGeom prst="rect">
            <a:avLst/>
          </a:prstGeom>
        </p:spPr>
      </p:pic>
      <p:pic>
        <p:nvPicPr>
          <p:cNvPr id="6" name="Hình ảnh 6" descr="Ảnh có chứa vẽ, thực phẩm, ký hiệu&#10;&#10;Mô tả được tự động tạo">
            <a:extLst>
              <a:ext uri="{FF2B5EF4-FFF2-40B4-BE49-F238E27FC236}">
                <a16:creationId xmlns:a16="http://schemas.microsoft.com/office/drawing/2014/main" id="{38417DA3-E65C-4D5E-9BB4-C59C95EC6C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013" y="263502"/>
            <a:ext cx="714375" cy="904875"/>
          </a:xfrm>
          <a:prstGeom prst="rect">
            <a:avLst/>
          </a:prstGeom>
        </p:spPr>
      </p:pic>
      <p:pic>
        <p:nvPicPr>
          <p:cNvPr id="7" name="Hình ảnh 7" descr="Ảnh có chứa vẽ&#10;&#10;Mô tả được tự động tạo">
            <a:extLst>
              <a:ext uri="{FF2B5EF4-FFF2-40B4-BE49-F238E27FC236}">
                <a16:creationId xmlns:a16="http://schemas.microsoft.com/office/drawing/2014/main" id="{C1E805C1-56AA-4D1B-8611-2DFDBA5367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74610" y="261764"/>
            <a:ext cx="790575" cy="790575"/>
          </a:xfrm>
          <a:prstGeom prst="rect">
            <a:avLst/>
          </a:prstGeom>
        </p:spPr>
      </p:pic>
      <p:sp>
        <p:nvSpPr>
          <p:cNvPr id="8" name="Hộp Văn bản 7">
            <a:extLst>
              <a:ext uri="{FF2B5EF4-FFF2-40B4-BE49-F238E27FC236}">
                <a16:creationId xmlns:a16="http://schemas.microsoft.com/office/drawing/2014/main" id="{2B248F85-DBA9-4E75-8875-2BEC6179F096}"/>
              </a:ext>
            </a:extLst>
          </p:cNvPr>
          <p:cNvSpPr txBox="1"/>
          <p:nvPr/>
        </p:nvSpPr>
        <p:spPr>
          <a:xfrm>
            <a:off x="1654152" y="2605261"/>
            <a:ext cx="8883695" cy="164660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700" b="1">
                <a:latin typeface="Times New Roman" panose="02020603050405020304" pitchFamily="18" charset="0"/>
                <a:cs typeface="Times New Roman" panose="02020603050405020304" pitchFamily="18" charset="0"/>
              </a:rPr>
              <a:t>BÁO CÁO KHÓA LUẬN TỐT NGHIỆP</a:t>
            </a:r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800" b="1">
                <a:solidFill>
                  <a:srgbClr val="59595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XÂY DỰNG WEBSITE HỌC TIẾNG NHẬT</a:t>
            </a:r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Hộp Văn bản 8">
            <a:extLst>
              <a:ext uri="{FF2B5EF4-FFF2-40B4-BE49-F238E27FC236}">
                <a16:creationId xmlns:a16="http://schemas.microsoft.com/office/drawing/2014/main" id="{FDB05B91-6343-43E3-9AB0-510A3C1C36BE}"/>
              </a:ext>
            </a:extLst>
          </p:cNvPr>
          <p:cNvSpPr txBox="1"/>
          <p:nvPr/>
        </p:nvSpPr>
        <p:spPr>
          <a:xfrm>
            <a:off x="5291728" y="5519773"/>
            <a:ext cx="6892483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Sinh viên thực </a:t>
            </a:r>
            <a:r>
              <a:rPr lang="vi-V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hiện: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vi-V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Nguyễn </a:t>
            </a:r>
            <a: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Việt Hoàng </a:t>
            </a:r>
            <a:r>
              <a:rPr lang="vi-V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– 16110076</a:t>
            </a:r>
            <a:endParaRPr lang="en-US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			</a:t>
            </a:r>
            <a:r>
              <a:rPr lang="vi-V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Hứa Văn Lâm - 16110133</a:t>
            </a:r>
          </a:p>
          <a:p>
            <a:r>
              <a:rPr lang="vi-V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GVHD</a:t>
            </a:r>
            <a: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  <a:t>:              Ths. Trần Công Tú</a:t>
            </a:r>
          </a:p>
          <a:p>
            <a:endParaRPr lang="vi-V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43801760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err="1">
                <a:latin typeface="Times New Roman"/>
                <a:cs typeface="Times New Roman"/>
              </a:rPr>
              <a:t>Nội</a:t>
            </a:r>
            <a:r>
              <a:rPr lang="en-US" sz="4000">
                <a:latin typeface="Times New Roman"/>
                <a:cs typeface="Times New Roman"/>
              </a:rPr>
              <a:t> dung </a:t>
            </a:r>
            <a:r>
              <a:rPr lang="en-US" sz="4000" err="1">
                <a:latin typeface="Times New Roman"/>
                <a:cs typeface="Times New Roman"/>
              </a:rPr>
              <a:t>trình</a:t>
            </a:r>
            <a:r>
              <a:rPr lang="en-US" sz="4000">
                <a:latin typeface="Times New Roman"/>
                <a:cs typeface="Times New Roman"/>
              </a:rPr>
              <a:t> </a:t>
            </a:r>
            <a:r>
              <a:rPr lang="en-US" sz="4000" err="1">
                <a:latin typeface="Times New Roman"/>
                <a:cs typeface="Times New Roman"/>
              </a:rPr>
              <a:t>bày</a:t>
            </a:r>
            <a:endParaRPr lang="en-US" sz="4000">
              <a:latin typeface="Times New Roman"/>
              <a:cs typeface="Times New Roman"/>
            </a:endParaRPr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/>
        <p:txBody>
          <a:bodyPr vert="horz" lIns="0" tIns="45720" rIns="0" bIns="45720" rtlCol="0" anchor="t">
            <a:normAutofit/>
          </a:bodyPr>
          <a:lstStyle/>
          <a:p>
            <a:pPr marL="457200" indent="-457200">
              <a:buAutoNum type="arabicPeriod"/>
            </a:pPr>
            <a:r>
              <a:rPr lang="en-US" sz="2800" dirty="0" err="1">
                <a:latin typeface="Times New Roman"/>
                <a:cs typeface="Times New Roman"/>
              </a:rPr>
              <a:t>Giới</a:t>
            </a:r>
            <a:r>
              <a:rPr lang="en-US" sz="2800" dirty="0">
                <a:latin typeface="Times New Roman"/>
                <a:cs typeface="Times New Roman"/>
              </a:rPr>
              <a:t> </a:t>
            </a:r>
            <a:r>
              <a:rPr lang="en-US" sz="2800" dirty="0" err="1">
                <a:latin typeface="Times New Roman"/>
                <a:cs typeface="Times New Roman"/>
              </a:rPr>
              <a:t>thiệu</a:t>
            </a:r>
            <a:endParaRPr lang="en-US" sz="2800" dirty="0">
              <a:latin typeface="Times New Roman"/>
              <a:cs typeface="Times New Roman"/>
            </a:endParaRPr>
          </a:p>
          <a:p>
            <a:pPr marL="457200" indent="-457200">
              <a:buAutoNum type="arabicPeriod"/>
            </a:pPr>
            <a:r>
              <a:rPr lang="en-US" sz="2800" dirty="0" err="1">
                <a:latin typeface="Times New Roman"/>
                <a:cs typeface="Times New Roman"/>
              </a:rPr>
              <a:t>Khảo</a:t>
            </a:r>
            <a:r>
              <a:rPr lang="en-US" sz="2800" dirty="0">
                <a:latin typeface="Times New Roman"/>
                <a:cs typeface="Times New Roman"/>
              </a:rPr>
              <a:t> </a:t>
            </a:r>
            <a:r>
              <a:rPr lang="en-US" sz="2800" dirty="0" err="1">
                <a:latin typeface="Times New Roman"/>
                <a:cs typeface="Times New Roman"/>
              </a:rPr>
              <a:t>sát</a:t>
            </a:r>
            <a:r>
              <a:rPr lang="en-US" sz="2800" dirty="0">
                <a:latin typeface="Times New Roman"/>
                <a:cs typeface="Times New Roman"/>
              </a:rPr>
              <a:t> </a:t>
            </a:r>
            <a:r>
              <a:rPr lang="en-US" sz="2800" dirty="0" err="1">
                <a:latin typeface="Times New Roman"/>
                <a:cs typeface="Times New Roman"/>
              </a:rPr>
              <a:t>hiện</a:t>
            </a:r>
            <a:r>
              <a:rPr lang="en-US" sz="2800" dirty="0">
                <a:latin typeface="Times New Roman"/>
                <a:cs typeface="Times New Roman"/>
              </a:rPr>
              <a:t> </a:t>
            </a:r>
            <a:r>
              <a:rPr lang="en-US" sz="2800" dirty="0" err="1">
                <a:latin typeface="Times New Roman"/>
                <a:cs typeface="Times New Roman"/>
              </a:rPr>
              <a:t>trạng</a:t>
            </a:r>
            <a:endParaRPr lang="en-US" sz="2800" dirty="0">
              <a:latin typeface="Times New Roman"/>
              <a:cs typeface="Times New Roman"/>
            </a:endParaRPr>
          </a:p>
          <a:p>
            <a:pPr marL="457200" indent="-457200">
              <a:buAutoNum type="arabicPeriod"/>
            </a:pPr>
            <a:r>
              <a:rPr lang="en-US" sz="2800" dirty="0" err="1" smtClean="0">
                <a:latin typeface="Times New Roman"/>
                <a:cs typeface="Times New Roman"/>
              </a:rPr>
              <a:t>Thiết</a:t>
            </a:r>
            <a:r>
              <a:rPr lang="en-US" sz="2800" dirty="0" smtClean="0">
                <a:latin typeface="Times New Roman"/>
                <a:cs typeface="Times New Roman"/>
              </a:rPr>
              <a:t> </a:t>
            </a:r>
            <a:r>
              <a:rPr lang="en-US" sz="2800" dirty="0" err="1" smtClean="0">
                <a:latin typeface="Times New Roman"/>
                <a:cs typeface="Times New Roman"/>
              </a:rPr>
              <a:t>kế</a:t>
            </a:r>
            <a:r>
              <a:rPr lang="en-US" sz="2800" dirty="0" smtClean="0">
                <a:latin typeface="Times New Roman"/>
                <a:cs typeface="Times New Roman"/>
              </a:rPr>
              <a:t> CSDL</a:t>
            </a:r>
            <a:endParaRPr lang="en-US" sz="2800" dirty="0">
              <a:latin typeface="Times New Roman"/>
              <a:cs typeface="Times New Roman"/>
            </a:endParaRPr>
          </a:p>
          <a:p>
            <a:pPr marL="457200" indent="-457200">
              <a:buAutoNum type="arabicPeriod"/>
            </a:pPr>
            <a:r>
              <a:rPr lang="en-US" sz="2800" dirty="0" err="1">
                <a:latin typeface="Times New Roman"/>
                <a:cs typeface="Times New Roman"/>
              </a:rPr>
              <a:t>Thiết</a:t>
            </a:r>
            <a:r>
              <a:rPr lang="en-US" sz="2800" dirty="0">
                <a:latin typeface="Times New Roman"/>
                <a:cs typeface="Times New Roman"/>
              </a:rPr>
              <a:t> </a:t>
            </a:r>
            <a:r>
              <a:rPr lang="en-US" sz="2800" dirty="0" err="1">
                <a:latin typeface="Times New Roman"/>
                <a:cs typeface="Times New Roman"/>
              </a:rPr>
              <a:t>kế</a:t>
            </a:r>
            <a:r>
              <a:rPr lang="en-US" sz="2800" dirty="0">
                <a:latin typeface="Times New Roman"/>
                <a:cs typeface="Times New Roman"/>
              </a:rPr>
              <a:t> </a:t>
            </a:r>
            <a:r>
              <a:rPr lang="en-US" sz="2800" dirty="0" err="1">
                <a:latin typeface="Times New Roman"/>
                <a:cs typeface="Times New Roman"/>
              </a:rPr>
              <a:t>giao</a:t>
            </a:r>
            <a:r>
              <a:rPr lang="en-US" sz="2800" dirty="0">
                <a:latin typeface="Times New Roman"/>
                <a:cs typeface="Times New Roman"/>
              </a:rPr>
              <a:t> </a:t>
            </a:r>
            <a:r>
              <a:rPr lang="en-US" sz="2800" dirty="0" err="1">
                <a:latin typeface="Times New Roman"/>
                <a:cs typeface="Times New Roman"/>
              </a:rPr>
              <a:t>diện</a:t>
            </a:r>
            <a:r>
              <a:rPr lang="en-US" sz="2800" dirty="0">
                <a:latin typeface="Times New Roman"/>
                <a:cs typeface="Times New Roman"/>
              </a:rPr>
              <a:t> </a:t>
            </a:r>
            <a:r>
              <a:rPr lang="en-US" sz="2800" dirty="0" err="1">
                <a:latin typeface="Times New Roman"/>
                <a:cs typeface="Times New Roman"/>
              </a:rPr>
              <a:t>và</a:t>
            </a:r>
            <a:r>
              <a:rPr lang="en-US" sz="2800" dirty="0">
                <a:latin typeface="Times New Roman"/>
                <a:cs typeface="Times New Roman"/>
              </a:rPr>
              <a:t> </a:t>
            </a:r>
            <a:r>
              <a:rPr lang="en-US" sz="2800" dirty="0" err="1">
                <a:latin typeface="Times New Roman"/>
                <a:cs typeface="Times New Roman"/>
              </a:rPr>
              <a:t>xử</a:t>
            </a:r>
            <a:r>
              <a:rPr lang="en-US" sz="2800" dirty="0">
                <a:latin typeface="Times New Roman"/>
                <a:cs typeface="Times New Roman"/>
              </a:rPr>
              <a:t> </a:t>
            </a:r>
            <a:r>
              <a:rPr lang="en-US" sz="2800" dirty="0" err="1">
                <a:latin typeface="Times New Roman"/>
                <a:cs typeface="Times New Roman"/>
              </a:rPr>
              <a:t>lý</a:t>
            </a:r>
            <a:endParaRPr lang="en-US" sz="2800" dirty="0">
              <a:latin typeface="Times New Roman"/>
              <a:cs typeface="Times New Roman"/>
            </a:endParaRPr>
          </a:p>
          <a:p>
            <a:pPr marL="457200" indent="-457200">
              <a:buAutoNum type="arabicPeriod"/>
            </a:pPr>
            <a:r>
              <a:rPr lang="en-US" sz="2800" dirty="0">
                <a:latin typeface="Times New Roman"/>
                <a:cs typeface="Times New Roman"/>
              </a:rPr>
              <a:t>Demo</a:t>
            </a:r>
          </a:p>
          <a:p>
            <a:pPr marL="457200" indent="-457200">
              <a:buAutoNum type="arabicPeriod"/>
            </a:pPr>
            <a:r>
              <a:rPr lang="en-US" sz="2800" dirty="0" err="1">
                <a:latin typeface="Times New Roman"/>
                <a:cs typeface="Times New Roman"/>
              </a:rPr>
              <a:t>Kết</a:t>
            </a:r>
            <a:r>
              <a:rPr lang="en-US" sz="2800" dirty="0">
                <a:latin typeface="Times New Roman"/>
                <a:cs typeface="Times New Roman"/>
              </a:rPr>
              <a:t> </a:t>
            </a:r>
            <a:r>
              <a:rPr lang="en-US" sz="2800" dirty="0" err="1">
                <a:latin typeface="Times New Roman"/>
                <a:cs typeface="Times New Roman"/>
              </a:rPr>
              <a:t>luận</a:t>
            </a:r>
            <a:endParaRPr lang="en-US" sz="2800" dirty="0">
              <a:latin typeface="Times New Roman"/>
              <a:cs typeface="Times New Roman"/>
            </a:endParaRPr>
          </a:p>
          <a:p>
            <a:pPr marL="457200" indent="-457200">
              <a:buAutoNum type="arabicPeriod"/>
            </a:pPr>
            <a:endParaRPr lang="en-US" dirty="0"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654255301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>
                <a:latin typeface="Times New Roman"/>
                <a:cs typeface="Times New Roman"/>
              </a:rPr>
              <a:t>1. </a:t>
            </a:r>
            <a:r>
              <a:rPr lang="en-US" sz="4000" err="1">
                <a:latin typeface="Times New Roman"/>
                <a:cs typeface="Times New Roman"/>
              </a:rPr>
              <a:t>Giới</a:t>
            </a:r>
            <a:r>
              <a:rPr lang="en-US" sz="4000">
                <a:latin typeface="Times New Roman"/>
                <a:cs typeface="Times New Roman"/>
              </a:rPr>
              <a:t> </a:t>
            </a:r>
            <a:r>
              <a:rPr lang="en-US" sz="4000" err="1">
                <a:latin typeface="Times New Roman"/>
                <a:cs typeface="Times New Roman"/>
              </a:rPr>
              <a:t>thiệu</a:t>
            </a:r>
            <a:endParaRPr lang="en-US" sz="4000">
              <a:latin typeface="Times New Roman"/>
              <a:cs typeface="Times New Roman"/>
            </a:endParaRPr>
          </a:p>
        </p:txBody>
      </p:sp>
      <p:sp>
        <p:nvSpPr>
          <p:cNvPr id="4" name="Chỗ dành sẵn cho Nội dung 3">
            <a:extLst>
              <a:ext uri="{FF2B5EF4-FFF2-40B4-BE49-F238E27FC236}">
                <a16:creationId xmlns:a16="http://schemas.microsoft.com/office/drawing/2014/main" id="{62077CAF-0911-4288-8FCC-652B3AFF16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4900" y="1600200"/>
            <a:ext cx="9982200" cy="569844"/>
          </a:xfrm>
        </p:spPr>
        <p:txBody>
          <a:bodyPr vert="horz" lIns="0" tIns="45720" rIns="0" bIns="45720" rtlCol="0" anchor="t">
            <a:normAutofit/>
          </a:bodyPr>
          <a:lstStyle/>
          <a:p>
            <a:pPr marL="0" indent="0">
              <a:buNone/>
            </a:pPr>
            <a:r>
              <a:rPr lang="vi-VN" sz="2800">
                <a:latin typeface="Times New Roman"/>
                <a:cs typeface="Times New Roman"/>
              </a:rPr>
              <a:t>Tính cấp thiết của đề tài:</a:t>
            </a:r>
            <a:endParaRPr lang="vi-VN" sz="2800"/>
          </a:p>
        </p:txBody>
      </p:sp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77C6424A-756A-45CA-8E35-B2405987881C}"/>
              </a:ext>
            </a:extLst>
          </p:cNvPr>
          <p:cNvSpPr txBox="1"/>
          <p:nvPr/>
        </p:nvSpPr>
        <p:spPr>
          <a:xfrm>
            <a:off x="1103509" y="2171422"/>
            <a:ext cx="4555200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vi-VN" sz="2000" err="1">
                <a:latin typeface="Times New Roman"/>
                <a:cs typeface="Times New Roman"/>
              </a:rPr>
              <a:t>Ngoại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ngữ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đóng</a:t>
            </a:r>
            <a:r>
              <a:rPr lang="vi-VN" sz="2000">
                <a:latin typeface="Times New Roman"/>
                <a:cs typeface="Times New Roman"/>
              </a:rPr>
              <a:t> vai </a:t>
            </a:r>
            <a:r>
              <a:rPr lang="vi-VN" sz="2000" err="1">
                <a:latin typeface="Times New Roman"/>
                <a:cs typeface="Times New Roman"/>
              </a:rPr>
              <a:t>trò</a:t>
            </a:r>
            <a:r>
              <a:rPr lang="vi-VN" sz="2000">
                <a:latin typeface="Times New Roman"/>
                <a:cs typeface="Times New Roman"/>
              </a:rPr>
              <a:t> quan </a:t>
            </a:r>
            <a:r>
              <a:rPr lang="vi-VN" sz="2000" err="1">
                <a:latin typeface="Times New Roman"/>
                <a:cs typeface="Times New Roman"/>
              </a:rPr>
              <a:t>trọng</a:t>
            </a:r>
            <a:endParaRPr lang="vi-VN" sz="2000">
              <a:latin typeface="Times New Roman"/>
              <a:cs typeface="Times New Roman"/>
            </a:endParaRPr>
          </a:p>
        </p:txBody>
      </p:sp>
      <p:sp>
        <p:nvSpPr>
          <p:cNvPr id="5" name="Hộp Văn bản 4">
            <a:extLst>
              <a:ext uri="{FF2B5EF4-FFF2-40B4-BE49-F238E27FC236}">
                <a16:creationId xmlns:a16="http://schemas.microsoft.com/office/drawing/2014/main" id="{49DF0F19-26D9-4EB6-AC5C-5BD3E9B23565}"/>
              </a:ext>
            </a:extLst>
          </p:cNvPr>
          <p:cNvSpPr txBox="1"/>
          <p:nvPr/>
        </p:nvSpPr>
        <p:spPr>
          <a:xfrm>
            <a:off x="1103509" y="2573422"/>
            <a:ext cx="8227200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vi-VN" sz="2000" err="1">
                <a:latin typeface="Times New Roman"/>
                <a:cs typeface="Times New Roman"/>
              </a:rPr>
              <a:t>Tiếng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Nhật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là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lựa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chọn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phù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hợp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tiếp</a:t>
            </a:r>
            <a:r>
              <a:rPr lang="vi-VN" sz="2000">
                <a:latin typeface="Times New Roman"/>
                <a:cs typeface="Times New Roman"/>
              </a:rPr>
              <a:t> theo </a:t>
            </a:r>
            <a:r>
              <a:rPr lang="vi-VN" sz="2000" err="1">
                <a:latin typeface="Times New Roman"/>
                <a:cs typeface="Times New Roman"/>
              </a:rPr>
              <a:t>mà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chúng</a:t>
            </a:r>
            <a:r>
              <a:rPr lang="vi-VN" sz="2000">
                <a:latin typeface="Times New Roman"/>
                <a:cs typeface="Times New Roman"/>
              </a:rPr>
              <a:t> ta </a:t>
            </a:r>
            <a:r>
              <a:rPr lang="vi-VN" sz="2000" err="1">
                <a:latin typeface="Times New Roman"/>
                <a:cs typeface="Times New Roman"/>
              </a:rPr>
              <a:t>có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thể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hướng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đến</a:t>
            </a:r>
          </a:p>
        </p:txBody>
      </p:sp>
      <p:sp>
        <p:nvSpPr>
          <p:cNvPr id="7" name="Hộp Văn bản 6">
            <a:extLst>
              <a:ext uri="{FF2B5EF4-FFF2-40B4-BE49-F238E27FC236}">
                <a16:creationId xmlns:a16="http://schemas.microsoft.com/office/drawing/2014/main" id="{86A5D8B9-DF03-46E4-A576-F299FDB7A5E7}"/>
              </a:ext>
            </a:extLst>
          </p:cNvPr>
          <p:cNvSpPr txBox="1"/>
          <p:nvPr/>
        </p:nvSpPr>
        <p:spPr>
          <a:xfrm>
            <a:off x="1103509" y="2975422"/>
            <a:ext cx="8227200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vi-VN" sz="2000" err="1">
                <a:latin typeface="Times New Roman"/>
                <a:cs typeface="Times New Roman"/>
              </a:rPr>
              <a:t>Lý</a:t>
            </a:r>
            <a:r>
              <a:rPr lang="vi-VN" sz="2000">
                <a:latin typeface="Times New Roman"/>
                <a:cs typeface="Times New Roman"/>
              </a:rPr>
              <a:t> do: </a:t>
            </a:r>
            <a:endParaRPr lang="vi-VN"/>
          </a:p>
        </p:txBody>
      </p:sp>
      <p:sp>
        <p:nvSpPr>
          <p:cNvPr id="9" name="Hộp Văn bản 8">
            <a:extLst>
              <a:ext uri="{FF2B5EF4-FFF2-40B4-BE49-F238E27FC236}">
                <a16:creationId xmlns:a16="http://schemas.microsoft.com/office/drawing/2014/main" id="{177CCB8B-53B7-4133-94D3-4A241E2079CB}"/>
              </a:ext>
            </a:extLst>
          </p:cNvPr>
          <p:cNvSpPr txBox="1"/>
          <p:nvPr/>
        </p:nvSpPr>
        <p:spPr>
          <a:xfrm>
            <a:off x="1103509" y="3431422"/>
            <a:ext cx="8815200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800100" lvl="1" indent="-342900">
              <a:buFont typeface="Courier New"/>
              <a:buChar char="o"/>
            </a:pPr>
            <a:r>
              <a:rPr lang="vi-VN" sz="2000">
                <a:latin typeface="Times New Roman"/>
                <a:cs typeface="Times New Roman"/>
              </a:rPr>
              <a:t>Tăng thêm cơ </a:t>
            </a:r>
            <a:r>
              <a:rPr lang="vi-VN" sz="2000" err="1">
                <a:latin typeface="Times New Roman"/>
                <a:cs typeface="Times New Roman"/>
              </a:rPr>
              <a:t>hội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việc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làm</a:t>
            </a:r>
            <a:r>
              <a:rPr lang="vi-VN" sz="2000">
                <a:latin typeface="Times New Roman"/>
                <a:cs typeface="Times New Roman"/>
              </a:rPr>
              <a:t>, </a:t>
            </a:r>
            <a:r>
              <a:rPr lang="vi-VN" sz="2000" err="1">
                <a:latin typeface="Times New Roman"/>
                <a:cs typeface="Times New Roman"/>
              </a:rPr>
              <a:t>mức</a:t>
            </a:r>
            <a:r>
              <a:rPr lang="vi-VN" sz="2000">
                <a:latin typeface="Times New Roman"/>
                <a:cs typeface="Times New Roman"/>
              </a:rPr>
              <a:t> lương </a:t>
            </a:r>
            <a:r>
              <a:rPr lang="vi-VN" sz="2000" err="1">
                <a:latin typeface="Times New Roman"/>
                <a:cs typeface="Times New Roman"/>
              </a:rPr>
              <a:t>thưởng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hấp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dẫn</a:t>
            </a:r>
          </a:p>
        </p:txBody>
      </p:sp>
      <p:sp>
        <p:nvSpPr>
          <p:cNvPr id="11" name="Hộp Văn bản 10">
            <a:extLst>
              <a:ext uri="{FF2B5EF4-FFF2-40B4-BE49-F238E27FC236}">
                <a16:creationId xmlns:a16="http://schemas.microsoft.com/office/drawing/2014/main" id="{B669DE82-0268-41C8-81D6-DE60A1A63AC2}"/>
              </a:ext>
            </a:extLst>
          </p:cNvPr>
          <p:cNvSpPr txBox="1"/>
          <p:nvPr/>
        </p:nvSpPr>
        <p:spPr>
          <a:xfrm>
            <a:off x="1103509" y="3833422"/>
            <a:ext cx="8815200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800100" lvl="1" indent="-342900">
              <a:buFont typeface="Courier New"/>
              <a:buChar char="o"/>
            </a:pPr>
            <a:r>
              <a:rPr lang="vi-VN" sz="2000" err="1">
                <a:latin typeface="Times New Roman"/>
                <a:cs typeface="Times New Roman"/>
              </a:rPr>
              <a:t>Hiểu</a:t>
            </a:r>
            <a:r>
              <a:rPr lang="vi-VN" sz="2000">
                <a:latin typeface="Times New Roman"/>
                <a:cs typeface="Times New Roman"/>
              </a:rPr>
              <a:t> thêm văn </a:t>
            </a:r>
            <a:r>
              <a:rPr lang="vi-VN" sz="2000" err="1">
                <a:latin typeface="Times New Roman"/>
                <a:cs typeface="Times New Roman"/>
              </a:rPr>
              <a:t>hoá</a:t>
            </a:r>
            <a:r>
              <a:rPr lang="vi-VN" sz="2000">
                <a:latin typeface="Times New Roman"/>
                <a:cs typeface="Times New Roman"/>
              </a:rPr>
              <a:t>, </a:t>
            </a:r>
            <a:r>
              <a:rPr lang="vi-VN" sz="2000" err="1">
                <a:latin typeface="Times New Roman"/>
                <a:cs typeface="Times New Roman"/>
              </a:rPr>
              <a:t>lịch</a:t>
            </a:r>
            <a:r>
              <a:rPr lang="vi-VN" sz="2000">
                <a:latin typeface="Times New Roman"/>
                <a:cs typeface="Times New Roman"/>
              </a:rPr>
              <a:t> </a:t>
            </a:r>
            <a:r>
              <a:rPr lang="vi-VN" sz="2000" err="1">
                <a:latin typeface="Times New Roman"/>
                <a:cs typeface="Times New Roman"/>
              </a:rPr>
              <a:t>sử</a:t>
            </a:r>
            <a:r>
              <a:rPr lang="vi-VN" sz="2000">
                <a:latin typeface="Times New Roman"/>
                <a:cs typeface="Times New Roman"/>
              </a:rPr>
              <a:t>, con </a:t>
            </a:r>
            <a:r>
              <a:rPr lang="vi-VN" sz="2000" err="1">
                <a:latin typeface="Times New Roman"/>
                <a:cs typeface="Times New Roman"/>
              </a:rPr>
              <a:t>người</a:t>
            </a:r>
            <a:r>
              <a:rPr lang="vi-VN" sz="2000">
                <a:latin typeface="Times New Roman"/>
                <a:cs typeface="Times New Roman"/>
              </a:rPr>
              <a:t> </a:t>
            </a:r>
            <a:r>
              <a:rPr lang="vi-VN" sz="2000" err="1">
                <a:latin typeface="Times New Roman"/>
                <a:cs typeface="Times New Roman"/>
              </a:rPr>
              <a:t>Nhật</a:t>
            </a:r>
            <a:r>
              <a:rPr lang="vi-VN" sz="2000">
                <a:latin typeface="Times New Roman"/>
                <a:cs typeface="Times New Roman"/>
              </a:rPr>
              <a:t> </a:t>
            </a:r>
          </a:p>
        </p:txBody>
      </p:sp>
      <p:sp>
        <p:nvSpPr>
          <p:cNvPr id="13" name="Hộp Văn bản 12">
            <a:extLst>
              <a:ext uri="{FF2B5EF4-FFF2-40B4-BE49-F238E27FC236}">
                <a16:creationId xmlns:a16="http://schemas.microsoft.com/office/drawing/2014/main" id="{80F86D54-F129-42C0-9505-96B1082CDCCB}"/>
              </a:ext>
            </a:extLst>
          </p:cNvPr>
          <p:cNvSpPr txBox="1"/>
          <p:nvPr/>
        </p:nvSpPr>
        <p:spPr>
          <a:xfrm>
            <a:off x="1103509" y="4235422"/>
            <a:ext cx="8815200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800100" lvl="1" indent="-342900">
              <a:buFont typeface="Courier New"/>
              <a:buChar char="o"/>
            </a:pPr>
            <a:r>
              <a:rPr lang="vi-VN" sz="2000" dirty="0">
                <a:latin typeface="Times New Roman"/>
                <a:cs typeface="Times New Roman"/>
              </a:rPr>
              <a:t>Có những nét tương đồng giữa hai nước</a:t>
            </a:r>
          </a:p>
        </p:txBody>
      </p:sp>
      <p:sp>
        <p:nvSpPr>
          <p:cNvPr id="14" name="Hộp Văn bản 13">
            <a:extLst>
              <a:ext uri="{FF2B5EF4-FFF2-40B4-BE49-F238E27FC236}">
                <a16:creationId xmlns:a16="http://schemas.microsoft.com/office/drawing/2014/main" id="{FF711810-B0BC-4143-BC2B-1E1BA9D24E2A}"/>
              </a:ext>
            </a:extLst>
          </p:cNvPr>
          <p:cNvSpPr txBox="1"/>
          <p:nvPr/>
        </p:nvSpPr>
        <p:spPr>
          <a:xfrm>
            <a:off x="1103509" y="4635407"/>
            <a:ext cx="9973856" cy="98488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vi-VN" sz="2000" dirty="0">
                <a:ea typeface="+mn-lt"/>
                <a:cs typeface="+mn-lt"/>
              </a:rPr>
              <a:t>⇒ </a:t>
            </a:r>
            <a:r>
              <a:rPr lang="vi-VN" sz="2000" dirty="0">
                <a:latin typeface="Times New Roman"/>
                <a:cs typeface="Times New Roman"/>
              </a:rPr>
              <a:t>Vì vậy để có được một cách tự chủ trong việc học tập tiếng Nhật ta rất cần một ứng dụng để hiện thực hoá điều này, mà ở đó có thể giúp ta phát triển vốn ngôn ngữ của bản thân. </a:t>
            </a:r>
            <a:endParaRPr lang="vi-VN" sz="2000" dirty="0">
              <a:ea typeface="+mn-lt"/>
              <a:cs typeface="+mn-lt"/>
            </a:endParaRPr>
          </a:p>
          <a:p>
            <a:pPr algn="l"/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1424057063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4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3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9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" grpId="0"/>
      <p:bldP spid="5" grpId="0"/>
      <p:bldP spid="7" grpId="0"/>
      <p:bldP spid="9" grpId="0"/>
      <p:bldP spid="11" grpId="0"/>
      <p:bldP spid="13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>
                <a:latin typeface="Times New Roman"/>
                <a:cs typeface="Times New Roman"/>
              </a:rPr>
              <a:t>1. </a:t>
            </a:r>
            <a:r>
              <a:rPr lang="en-US" sz="4000" err="1">
                <a:latin typeface="Times New Roman"/>
                <a:cs typeface="Times New Roman"/>
              </a:rPr>
              <a:t>Giới</a:t>
            </a:r>
            <a:r>
              <a:rPr lang="en-US" sz="4000">
                <a:latin typeface="Times New Roman"/>
                <a:cs typeface="Times New Roman"/>
              </a:rPr>
              <a:t> </a:t>
            </a:r>
            <a:r>
              <a:rPr lang="en-US" sz="4000" err="1">
                <a:latin typeface="Times New Roman"/>
                <a:cs typeface="Times New Roman"/>
              </a:rPr>
              <a:t>thiệu</a:t>
            </a:r>
            <a:endParaRPr lang="en-US" sz="4000">
              <a:latin typeface="Times New Roman"/>
              <a:cs typeface="Times New Roman"/>
            </a:endParaRPr>
          </a:p>
        </p:txBody>
      </p:sp>
      <p:sp>
        <p:nvSpPr>
          <p:cNvPr id="4" name="Chỗ dành sẵn cho Nội dung 3">
            <a:extLst>
              <a:ext uri="{FF2B5EF4-FFF2-40B4-BE49-F238E27FC236}">
                <a16:creationId xmlns:a16="http://schemas.microsoft.com/office/drawing/2014/main" id="{62077CAF-0911-4288-8FCC-652B3AFF16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4900" y="1600200"/>
            <a:ext cx="9982200" cy="569844"/>
          </a:xfrm>
        </p:spPr>
        <p:txBody>
          <a:bodyPr vert="horz" lIns="0" tIns="45720" rIns="0" bIns="45720" rtlCol="0" anchor="t">
            <a:normAutofit/>
          </a:bodyPr>
          <a:lstStyle/>
          <a:p>
            <a:pPr marL="0" indent="0">
              <a:buNone/>
            </a:pPr>
            <a:r>
              <a:rPr lang="vi-VN" sz="2800" err="1">
                <a:latin typeface="Times New Roman"/>
                <a:cs typeface="Times New Roman"/>
              </a:rPr>
              <a:t>Mục</a:t>
            </a:r>
            <a:r>
              <a:rPr lang="vi-VN" sz="2800">
                <a:latin typeface="Times New Roman"/>
                <a:cs typeface="Times New Roman"/>
              </a:rPr>
              <a:t> tiêu </a:t>
            </a:r>
            <a:r>
              <a:rPr lang="vi-VN" sz="2800" err="1">
                <a:latin typeface="Times New Roman"/>
                <a:cs typeface="Times New Roman"/>
              </a:rPr>
              <a:t>đề</a:t>
            </a:r>
            <a:r>
              <a:rPr lang="vi-VN" sz="2800">
                <a:latin typeface="Times New Roman"/>
                <a:cs typeface="Times New Roman"/>
              </a:rPr>
              <a:t> </a:t>
            </a:r>
            <a:r>
              <a:rPr lang="vi-VN" sz="2800" err="1">
                <a:latin typeface="Times New Roman"/>
                <a:cs typeface="Times New Roman"/>
              </a:rPr>
              <a:t>tài</a:t>
            </a:r>
            <a:r>
              <a:rPr lang="vi-VN" sz="2800">
                <a:latin typeface="Times New Roman"/>
                <a:cs typeface="Times New Roman"/>
              </a:rPr>
              <a:t>:</a:t>
            </a:r>
            <a:endParaRPr lang="vi-VN" sz="2800"/>
          </a:p>
        </p:txBody>
      </p:sp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77C6424A-756A-45CA-8E35-B2405987881C}"/>
              </a:ext>
            </a:extLst>
          </p:cNvPr>
          <p:cNvSpPr txBox="1"/>
          <p:nvPr/>
        </p:nvSpPr>
        <p:spPr>
          <a:xfrm>
            <a:off x="1103509" y="2171422"/>
            <a:ext cx="4555200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vi-VN" sz="2000">
                <a:latin typeface="Times New Roman"/>
                <a:cs typeface="Times New Roman"/>
              </a:rPr>
              <a:t>Người dùng</a:t>
            </a:r>
          </a:p>
        </p:txBody>
      </p:sp>
      <p:sp>
        <p:nvSpPr>
          <p:cNvPr id="5" name="Hộp Văn bản 4">
            <a:extLst>
              <a:ext uri="{FF2B5EF4-FFF2-40B4-BE49-F238E27FC236}">
                <a16:creationId xmlns:a16="http://schemas.microsoft.com/office/drawing/2014/main" id="{49DF0F19-26D9-4EB6-AC5C-5BD3E9B23565}"/>
              </a:ext>
            </a:extLst>
          </p:cNvPr>
          <p:cNvSpPr txBox="1"/>
          <p:nvPr/>
        </p:nvSpPr>
        <p:spPr>
          <a:xfrm>
            <a:off x="1103509" y="2573422"/>
            <a:ext cx="8227200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vi-VN" sz="2000">
                <a:latin typeface="Times New Roman"/>
                <a:cs typeface="Times New Roman"/>
              </a:rPr>
              <a:t>Admin</a:t>
            </a:r>
          </a:p>
        </p:txBody>
      </p:sp>
    </p:spTree>
    <p:extLst>
      <p:ext uri="{BB962C8B-B14F-4D97-AF65-F5344CB8AC3E}">
        <p14:creationId xmlns:p14="http://schemas.microsoft.com/office/powerpoint/2010/main" val="1181773150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" grpId="0"/>
      <p:bldP spid="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>
                <a:latin typeface="Times New Roman"/>
                <a:cs typeface="Times New Roman"/>
              </a:rPr>
              <a:t>1. </a:t>
            </a:r>
            <a:r>
              <a:rPr lang="en-US" sz="4000" err="1">
                <a:latin typeface="Times New Roman"/>
                <a:cs typeface="Times New Roman"/>
              </a:rPr>
              <a:t>Giới</a:t>
            </a:r>
            <a:r>
              <a:rPr lang="en-US" sz="4000">
                <a:latin typeface="Times New Roman"/>
                <a:cs typeface="Times New Roman"/>
              </a:rPr>
              <a:t> </a:t>
            </a:r>
            <a:r>
              <a:rPr lang="en-US" sz="4000" err="1">
                <a:latin typeface="Times New Roman"/>
                <a:cs typeface="Times New Roman"/>
              </a:rPr>
              <a:t>thiệu</a:t>
            </a:r>
            <a:endParaRPr lang="en-US" sz="4000">
              <a:latin typeface="Times New Roman"/>
              <a:cs typeface="Times New Roman"/>
            </a:endParaRPr>
          </a:p>
        </p:txBody>
      </p:sp>
      <p:sp>
        <p:nvSpPr>
          <p:cNvPr id="4" name="Chỗ dành sẵn cho Nội dung 3">
            <a:extLst>
              <a:ext uri="{FF2B5EF4-FFF2-40B4-BE49-F238E27FC236}">
                <a16:creationId xmlns:a16="http://schemas.microsoft.com/office/drawing/2014/main" id="{62077CAF-0911-4288-8FCC-652B3AFF16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4900" y="1600200"/>
            <a:ext cx="9982200" cy="569844"/>
          </a:xfrm>
        </p:spPr>
        <p:txBody>
          <a:bodyPr vert="horz" lIns="0" tIns="45720" rIns="0" bIns="45720" rtlCol="0" anchor="t">
            <a:normAutofit/>
          </a:bodyPr>
          <a:lstStyle/>
          <a:p>
            <a:pPr marL="0" indent="0">
              <a:buNone/>
            </a:pPr>
            <a:r>
              <a:rPr lang="vi-VN" sz="2400">
                <a:latin typeface="Times New Roman"/>
                <a:cs typeface="Times New Roman"/>
              </a:rPr>
              <a:t>Phía người dùng: </a:t>
            </a:r>
          </a:p>
        </p:txBody>
      </p:sp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77C6424A-756A-45CA-8E35-B2405987881C}"/>
              </a:ext>
            </a:extLst>
          </p:cNvPr>
          <p:cNvSpPr txBox="1"/>
          <p:nvPr/>
        </p:nvSpPr>
        <p:spPr>
          <a:xfrm>
            <a:off x="1103509" y="2171422"/>
            <a:ext cx="9978192" cy="193899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vi-VN" sz="2000">
                <a:latin typeface="Times New Roman"/>
                <a:cs typeface="Times New Roman"/>
              </a:rPr>
              <a:t>Giúp người dùng tiếp cận nhanh</a:t>
            </a:r>
          </a:p>
          <a:p>
            <a:pPr marL="342900" indent="-342900">
              <a:buFont typeface="Arial"/>
              <a:buChar char="•"/>
            </a:pPr>
            <a:r>
              <a:rPr lang="vi-VN" sz="2000">
                <a:latin typeface="Times New Roman"/>
                <a:cs typeface="Times New Roman"/>
              </a:rPr>
              <a:t>Cung cấp các chủ đề học</a:t>
            </a:r>
          </a:p>
          <a:p>
            <a:pPr marL="342900" indent="-342900">
              <a:buFont typeface="Arial"/>
              <a:buChar char="•"/>
            </a:pPr>
            <a:r>
              <a:rPr lang="vi-VN" sz="2000">
                <a:latin typeface="Times New Roman"/>
                <a:cs typeface="Times New Roman"/>
              </a:rPr>
              <a:t>Cung cấp các bài tập, thử thách</a:t>
            </a:r>
          </a:p>
          <a:p>
            <a:pPr marL="342900" indent="-342900">
              <a:buFont typeface="Arial"/>
              <a:buChar char="•"/>
            </a:pPr>
            <a:r>
              <a:rPr lang="vi-VN" sz="2000">
                <a:latin typeface="Times New Roman"/>
                <a:cs typeface="Times New Roman"/>
              </a:rPr>
              <a:t>Cung cấp chức năng tự tạo khoá học, tự kiểm tra trên khoá học</a:t>
            </a:r>
          </a:p>
          <a:p>
            <a:pPr marL="342900" indent="-342900">
              <a:buFont typeface="Arial"/>
              <a:buChar char="•"/>
            </a:pPr>
            <a:r>
              <a:rPr lang="vi-VN" sz="2000">
                <a:latin typeface="Times New Roman"/>
                <a:cs typeface="Times New Roman"/>
              </a:rPr>
              <a:t>Lưu lại lịch sử học tập của người dùng</a:t>
            </a:r>
          </a:p>
          <a:p>
            <a:pPr marL="342900" indent="-342900">
              <a:buFont typeface="Arial"/>
              <a:buChar char="•"/>
            </a:pPr>
            <a:r>
              <a:rPr lang="vi-VN" sz="2000">
                <a:latin typeface="Times New Roman"/>
                <a:cs typeface="Times New Roman"/>
              </a:rPr>
              <a:t>Tương tác giữa người dùng, giúp </a:t>
            </a:r>
          </a:p>
        </p:txBody>
      </p:sp>
    </p:spTree>
    <p:extLst>
      <p:ext uri="{BB962C8B-B14F-4D97-AF65-F5344CB8AC3E}">
        <p14:creationId xmlns:p14="http://schemas.microsoft.com/office/powerpoint/2010/main" val="392987967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>
                <a:latin typeface="Times New Roman"/>
                <a:cs typeface="Times New Roman"/>
              </a:rPr>
              <a:t>1. </a:t>
            </a:r>
            <a:r>
              <a:rPr lang="en-US" sz="4000" err="1">
                <a:latin typeface="Times New Roman"/>
                <a:cs typeface="Times New Roman"/>
              </a:rPr>
              <a:t>Giới</a:t>
            </a:r>
            <a:r>
              <a:rPr lang="en-US" sz="4000">
                <a:latin typeface="Times New Roman"/>
                <a:cs typeface="Times New Roman"/>
              </a:rPr>
              <a:t> </a:t>
            </a:r>
            <a:r>
              <a:rPr lang="en-US" sz="4000" err="1">
                <a:latin typeface="Times New Roman"/>
                <a:cs typeface="Times New Roman"/>
              </a:rPr>
              <a:t>thiệu</a:t>
            </a:r>
            <a:endParaRPr lang="en-US" sz="4000">
              <a:latin typeface="Times New Roman"/>
              <a:cs typeface="Times New Roman"/>
            </a:endParaRPr>
          </a:p>
        </p:txBody>
      </p:sp>
      <p:sp>
        <p:nvSpPr>
          <p:cNvPr id="4" name="Chỗ dành sẵn cho Nội dung 3">
            <a:extLst>
              <a:ext uri="{FF2B5EF4-FFF2-40B4-BE49-F238E27FC236}">
                <a16:creationId xmlns:a16="http://schemas.microsoft.com/office/drawing/2014/main" id="{62077CAF-0911-4288-8FCC-652B3AFF16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4900" y="1600200"/>
            <a:ext cx="9982200" cy="569844"/>
          </a:xfrm>
        </p:spPr>
        <p:txBody>
          <a:bodyPr vert="horz" lIns="0" tIns="45720" rIns="0" bIns="45720" rtlCol="0" anchor="t">
            <a:normAutofit/>
          </a:bodyPr>
          <a:lstStyle/>
          <a:p>
            <a:pPr marL="0" indent="0">
              <a:buNone/>
            </a:pPr>
            <a:r>
              <a:rPr lang="vi-VN" sz="2400" err="1">
                <a:latin typeface="Times New Roman"/>
                <a:cs typeface="Times New Roman"/>
              </a:rPr>
              <a:t>Phía</a:t>
            </a:r>
            <a:r>
              <a:rPr lang="vi-VN" sz="2400">
                <a:latin typeface="Times New Roman"/>
                <a:cs typeface="Times New Roman"/>
              </a:rPr>
              <a:t> </a:t>
            </a:r>
            <a:r>
              <a:rPr lang="vi-VN" sz="2400" err="1">
                <a:latin typeface="Times New Roman"/>
                <a:cs typeface="Times New Roman"/>
              </a:rPr>
              <a:t>admin</a:t>
            </a:r>
            <a:r>
              <a:rPr lang="vi-VN" sz="2400">
                <a:latin typeface="Times New Roman"/>
                <a:cs typeface="Times New Roman"/>
              </a:rPr>
              <a:t>: </a:t>
            </a:r>
          </a:p>
        </p:txBody>
      </p:sp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77C6424A-756A-45CA-8E35-B2405987881C}"/>
              </a:ext>
            </a:extLst>
          </p:cNvPr>
          <p:cNvSpPr txBox="1"/>
          <p:nvPr/>
        </p:nvSpPr>
        <p:spPr>
          <a:xfrm>
            <a:off x="1103509" y="2171422"/>
            <a:ext cx="9978192" cy="132343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vi-VN" sz="2000" err="1">
                <a:latin typeface="Times New Roman"/>
                <a:cs typeface="Times New Roman"/>
              </a:rPr>
              <a:t>Quản</a:t>
            </a:r>
            <a:r>
              <a:rPr lang="vi-VN" sz="2000">
                <a:latin typeface="Times New Roman"/>
                <a:cs typeface="Times New Roman"/>
              </a:rPr>
              <a:t> </a:t>
            </a:r>
            <a:r>
              <a:rPr lang="vi-VN" sz="2000" err="1">
                <a:latin typeface="Times New Roman"/>
                <a:cs typeface="Times New Roman"/>
              </a:rPr>
              <a:t>lý</a:t>
            </a:r>
            <a:r>
              <a:rPr lang="vi-VN" sz="2000">
                <a:latin typeface="Times New Roman"/>
                <a:cs typeface="Times New Roman"/>
              </a:rPr>
              <a:t> </a:t>
            </a:r>
            <a:r>
              <a:rPr lang="vi-VN" sz="2000" err="1">
                <a:latin typeface="Times New Roman"/>
                <a:cs typeface="Times New Roman"/>
              </a:rPr>
              <a:t>người</a:t>
            </a:r>
            <a:r>
              <a:rPr lang="vi-VN" sz="2000">
                <a:latin typeface="Times New Roman"/>
                <a:cs typeface="Times New Roman"/>
              </a:rPr>
              <a:t> </a:t>
            </a:r>
            <a:r>
              <a:rPr lang="vi-VN" sz="2000" err="1">
                <a:latin typeface="Times New Roman"/>
                <a:cs typeface="Times New Roman"/>
              </a:rPr>
              <a:t>dùng</a:t>
            </a:r>
            <a:r>
              <a:rPr lang="vi-VN" sz="2000">
                <a:latin typeface="Times New Roman"/>
                <a:cs typeface="Times New Roman"/>
              </a:rPr>
              <a:t>: </a:t>
            </a:r>
            <a:r>
              <a:rPr lang="vi-VN" sz="2000" err="1">
                <a:latin typeface="Times New Roman"/>
                <a:cs typeface="Times New Roman"/>
              </a:rPr>
              <a:t>khoá</a:t>
            </a:r>
            <a:r>
              <a:rPr lang="vi-VN" sz="2000">
                <a:latin typeface="Times New Roman"/>
                <a:cs typeface="Times New Roman"/>
              </a:rPr>
              <a:t> </a:t>
            </a:r>
            <a:r>
              <a:rPr lang="vi-VN" sz="2000" err="1">
                <a:latin typeface="Times New Roman"/>
                <a:cs typeface="Times New Roman"/>
              </a:rPr>
              <a:t>tài</a:t>
            </a:r>
            <a:r>
              <a:rPr lang="vi-VN" sz="2000">
                <a:latin typeface="Times New Roman"/>
                <a:cs typeface="Times New Roman"/>
              </a:rPr>
              <a:t> </a:t>
            </a:r>
            <a:r>
              <a:rPr lang="vi-VN" sz="2000" err="1">
                <a:latin typeface="Times New Roman"/>
                <a:cs typeface="Times New Roman"/>
              </a:rPr>
              <a:t>khoản</a:t>
            </a:r>
            <a:r>
              <a:rPr lang="vi-VN" sz="2000">
                <a:latin typeface="Times New Roman"/>
                <a:cs typeface="Times New Roman"/>
              </a:rPr>
              <a:t> </a:t>
            </a:r>
            <a:r>
              <a:rPr lang="vi-VN" sz="2000" err="1">
                <a:latin typeface="Times New Roman"/>
                <a:cs typeface="Times New Roman"/>
              </a:rPr>
              <a:t>người</a:t>
            </a:r>
            <a:r>
              <a:rPr lang="vi-VN" sz="2000">
                <a:latin typeface="Times New Roman"/>
                <a:cs typeface="Times New Roman"/>
              </a:rPr>
              <a:t> </a:t>
            </a:r>
            <a:r>
              <a:rPr lang="vi-VN" sz="2000" err="1">
                <a:latin typeface="Times New Roman"/>
                <a:cs typeface="Times New Roman"/>
              </a:rPr>
              <a:t>dùng</a:t>
            </a:r>
          </a:p>
          <a:p>
            <a:pPr marL="342900" indent="-342900">
              <a:buFont typeface="Arial"/>
              <a:buChar char="•"/>
            </a:pPr>
            <a:r>
              <a:rPr lang="vi-VN" sz="2000" err="1">
                <a:latin typeface="Times New Roman"/>
                <a:cs typeface="Times New Roman"/>
              </a:rPr>
              <a:t>Quản</a:t>
            </a:r>
            <a:r>
              <a:rPr lang="vi-VN" sz="2000">
                <a:latin typeface="Times New Roman"/>
                <a:cs typeface="Times New Roman"/>
              </a:rPr>
              <a:t> </a:t>
            </a:r>
            <a:r>
              <a:rPr lang="vi-VN" sz="2000" err="1">
                <a:latin typeface="Times New Roman"/>
                <a:cs typeface="Times New Roman"/>
              </a:rPr>
              <a:t>lý</a:t>
            </a:r>
            <a:r>
              <a:rPr lang="vi-VN" sz="2000">
                <a:latin typeface="Times New Roman"/>
                <a:cs typeface="Times New Roman"/>
              </a:rPr>
              <a:t> </a:t>
            </a:r>
            <a:r>
              <a:rPr lang="vi-VN" sz="2000" err="1">
                <a:latin typeface="Times New Roman"/>
                <a:cs typeface="Times New Roman"/>
              </a:rPr>
              <a:t>thử</a:t>
            </a:r>
            <a:r>
              <a:rPr lang="vi-VN" sz="2000">
                <a:latin typeface="Times New Roman"/>
                <a:cs typeface="Times New Roman"/>
              </a:rPr>
              <a:t> </a:t>
            </a:r>
            <a:r>
              <a:rPr lang="vi-VN" sz="2000" err="1">
                <a:latin typeface="Times New Roman"/>
                <a:cs typeface="Times New Roman"/>
              </a:rPr>
              <a:t>thách</a:t>
            </a:r>
            <a:r>
              <a:rPr lang="vi-VN" sz="2000">
                <a:latin typeface="Times New Roman"/>
                <a:cs typeface="Times New Roman"/>
              </a:rPr>
              <a:t>: </a:t>
            </a:r>
            <a:r>
              <a:rPr lang="vi-VN" sz="2000" err="1">
                <a:latin typeface="Times New Roman"/>
                <a:cs typeface="Times New Roman"/>
              </a:rPr>
              <a:t>tạo</a:t>
            </a:r>
            <a:r>
              <a:rPr lang="vi-VN" sz="2000">
                <a:latin typeface="Times New Roman"/>
                <a:cs typeface="Times New Roman"/>
              </a:rPr>
              <a:t>, </a:t>
            </a:r>
            <a:r>
              <a:rPr lang="vi-VN" sz="2000" err="1">
                <a:latin typeface="Times New Roman"/>
                <a:cs typeface="Times New Roman"/>
              </a:rPr>
              <a:t>chỉnh</a:t>
            </a:r>
            <a:r>
              <a:rPr lang="vi-VN" sz="2000">
                <a:latin typeface="Times New Roman"/>
                <a:cs typeface="Times New Roman"/>
              </a:rPr>
              <a:t> </a:t>
            </a:r>
            <a:r>
              <a:rPr lang="vi-VN" sz="2000" err="1">
                <a:latin typeface="Times New Roman"/>
                <a:cs typeface="Times New Roman"/>
              </a:rPr>
              <a:t>sửa</a:t>
            </a:r>
            <a:r>
              <a:rPr lang="vi-VN" sz="2000">
                <a:latin typeface="Times New Roman"/>
                <a:cs typeface="Times New Roman"/>
              </a:rPr>
              <a:t> </a:t>
            </a:r>
            <a:r>
              <a:rPr lang="vi-VN" sz="2000" err="1">
                <a:latin typeface="Times New Roman"/>
                <a:cs typeface="Times New Roman"/>
              </a:rPr>
              <a:t>và</a:t>
            </a:r>
            <a:r>
              <a:rPr lang="vi-VN" sz="2000">
                <a:latin typeface="Times New Roman"/>
                <a:cs typeface="Times New Roman"/>
              </a:rPr>
              <a:t> </a:t>
            </a:r>
            <a:r>
              <a:rPr lang="vi-VN" sz="2000" err="1">
                <a:latin typeface="Times New Roman"/>
                <a:cs typeface="Times New Roman"/>
              </a:rPr>
              <a:t>xoá</a:t>
            </a:r>
          </a:p>
          <a:p>
            <a:pPr marL="342900" indent="-342900">
              <a:buFont typeface="Arial"/>
              <a:buChar char="•"/>
            </a:pPr>
            <a:r>
              <a:rPr lang="vi-VN" sz="2000" err="1">
                <a:latin typeface="Times New Roman"/>
                <a:cs typeface="Times New Roman"/>
              </a:rPr>
              <a:t>Quản</a:t>
            </a:r>
            <a:r>
              <a:rPr lang="vi-VN" sz="2000">
                <a:latin typeface="Times New Roman"/>
                <a:cs typeface="Times New Roman"/>
              </a:rPr>
              <a:t> </a:t>
            </a:r>
            <a:r>
              <a:rPr lang="vi-VN" sz="2000" err="1">
                <a:latin typeface="Times New Roman"/>
                <a:cs typeface="Times New Roman"/>
              </a:rPr>
              <a:t>lý</a:t>
            </a:r>
            <a:r>
              <a:rPr lang="vi-VN" sz="2000">
                <a:latin typeface="Times New Roman"/>
                <a:cs typeface="Times New Roman"/>
              </a:rPr>
              <a:t> </a:t>
            </a:r>
            <a:r>
              <a:rPr lang="vi-VN" sz="2000" err="1">
                <a:latin typeface="Times New Roman"/>
                <a:cs typeface="Times New Roman"/>
              </a:rPr>
              <a:t>chủ</a:t>
            </a:r>
            <a:r>
              <a:rPr lang="vi-VN" sz="2000">
                <a:latin typeface="Times New Roman"/>
                <a:cs typeface="Times New Roman"/>
              </a:rPr>
              <a:t> </a:t>
            </a:r>
            <a:r>
              <a:rPr lang="vi-VN" sz="2000" err="1">
                <a:latin typeface="Times New Roman"/>
                <a:cs typeface="Times New Roman"/>
              </a:rPr>
              <a:t>đề</a:t>
            </a:r>
            <a:r>
              <a:rPr lang="vi-VN" sz="2000">
                <a:latin typeface="Times New Roman"/>
                <a:cs typeface="Times New Roman"/>
              </a:rPr>
              <a:t> </a:t>
            </a:r>
            <a:r>
              <a:rPr lang="vi-VN" sz="2000" err="1">
                <a:latin typeface="Times New Roman"/>
                <a:cs typeface="Times New Roman"/>
              </a:rPr>
              <a:t>từ</a:t>
            </a:r>
            <a:r>
              <a:rPr lang="vi-VN" sz="2000">
                <a:latin typeface="Times New Roman"/>
                <a:cs typeface="Times New Roman"/>
              </a:rPr>
              <a:t> </a:t>
            </a:r>
            <a:r>
              <a:rPr lang="vi-VN" sz="2000" err="1">
                <a:latin typeface="Times New Roman"/>
                <a:cs typeface="Times New Roman"/>
              </a:rPr>
              <a:t>vựng</a:t>
            </a:r>
            <a:r>
              <a:rPr lang="vi-VN" sz="2000">
                <a:latin typeface="Times New Roman"/>
                <a:cs typeface="Times New Roman"/>
              </a:rPr>
              <a:t>: </a:t>
            </a:r>
            <a:r>
              <a:rPr lang="vi-VN" sz="2000" err="1">
                <a:latin typeface="Times New Roman"/>
                <a:cs typeface="Times New Roman"/>
              </a:rPr>
              <a:t>tạo</a:t>
            </a:r>
            <a:r>
              <a:rPr lang="vi-VN" sz="2000">
                <a:latin typeface="Times New Roman"/>
                <a:cs typeface="Times New Roman"/>
              </a:rPr>
              <a:t>, </a:t>
            </a:r>
            <a:r>
              <a:rPr lang="vi-VN" sz="2000" err="1">
                <a:latin typeface="Times New Roman"/>
                <a:cs typeface="Times New Roman"/>
              </a:rPr>
              <a:t>chỉnh</a:t>
            </a:r>
            <a:r>
              <a:rPr lang="vi-VN" sz="2000">
                <a:latin typeface="Times New Roman"/>
                <a:cs typeface="Times New Roman"/>
              </a:rPr>
              <a:t> </a:t>
            </a:r>
            <a:r>
              <a:rPr lang="vi-VN" sz="2000" err="1">
                <a:latin typeface="Times New Roman"/>
                <a:cs typeface="Times New Roman"/>
              </a:rPr>
              <a:t>sửa</a:t>
            </a:r>
            <a:r>
              <a:rPr lang="vi-VN" sz="2000">
                <a:latin typeface="Times New Roman"/>
                <a:cs typeface="Times New Roman"/>
              </a:rPr>
              <a:t> </a:t>
            </a:r>
            <a:r>
              <a:rPr lang="vi-VN" sz="2000" err="1">
                <a:latin typeface="Times New Roman"/>
                <a:cs typeface="Times New Roman"/>
              </a:rPr>
              <a:t>và</a:t>
            </a:r>
            <a:r>
              <a:rPr lang="vi-VN" sz="2000">
                <a:latin typeface="Times New Roman"/>
                <a:cs typeface="Times New Roman"/>
              </a:rPr>
              <a:t> </a:t>
            </a:r>
            <a:r>
              <a:rPr lang="vi-VN" sz="2000" err="1">
                <a:latin typeface="Times New Roman"/>
                <a:cs typeface="Times New Roman"/>
              </a:rPr>
              <a:t>xoá</a:t>
            </a:r>
            <a:endParaRPr lang="vi-VN" sz="2000">
              <a:latin typeface="Times New Roman"/>
              <a:cs typeface="Times New Roman"/>
            </a:endParaRPr>
          </a:p>
          <a:p>
            <a:pPr marL="342900" indent="-342900">
              <a:buFont typeface="Arial"/>
              <a:buChar char="•"/>
            </a:pPr>
            <a:r>
              <a:rPr lang="vi-VN" sz="2000" err="1">
                <a:latin typeface="Times New Roman"/>
                <a:cs typeface="Times New Roman"/>
              </a:rPr>
              <a:t>Quản</a:t>
            </a:r>
            <a:r>
              <a:rPr lang="vi-VN" sz="2000">
                <a:latin typeface="Times New Roman"/>
                <a:cs typeface="Times New Roman"/>
              </a:rPr>
              <a:t> </a:t>
            </a:r>
            <a:r>
              <a:rPr lang="vi-VN" sz="2000" err="1">
                <a:latin typeface="Times New Roman"/>
                <a:cs typeface="Times New Roman"/>
              </a:rPr>
              <a:t>lý</a:t>
            </a:r>
            <a:r>
              <a:rPr lang="vi-VN" sz="2000">
                <a:latin typeface="Times New Roman"/>
                <a:cs typeface="Times New Roman"/>
              </a:rPr>
              <a:t> </a:t>
            </a:r>
            <a:r>
              <a:rPr lang="vi-VN" sz="2000" err="1">
                <a:latin typeface="Times New Roman"/>
                <a:cs typeface="Times New Roman"/>
              </a:rPr>
              <a:t>bảng</a:t>
            </a:r>
            <a:r>
              <a:rPr lang="vi-VN" sz="2000">
                <a:latin typeface="Times New Roman"/>
                <a:cs typeface="Times New Roman"/>
              </a:rPr>
              <a:t> </a:t>
            </a:r>
            <a:r>
              <a:rPr lang="vi-VN" sz="2000" err="1">
                <a:latin typeface="Times New Roman"/>
                <a:cs typeface="Times New Roman"/>
              </a:rPr>
              <a:t>chữ</a:t>
            </a:r>
            <a:r>
              <a:rPr lang="vi-VN" sz="2000">
                <a:latin typeface="Times New Roman"/>
                <a:cs typeface="Times New Roman"/>
              </a:rPr>
              <a:t> </a:t>
            </a:r>
            <a:r>
              <a:rPr lang="vi-VN" sz="2000" err="1">
                <a:latin typeface="Times New Roman"/>
                <a:cs typeface="Times New Roman"/>
              </a:rPr>
              <a:t>cái</a:t>
            </a:r>
            <a:r>
              <a:rPr lang="vi-VN" sz="2000">
                <a:latin typeface="Times New Roman"/>
                <a:cs typeface="Times New Roman"/>
              </a:rPr>
              <a:t>: </a:t>
            </a:r>
            <a:r>
              <a:rPr lang="vi-VN" sz="2000" err="1">
                <a:latin typeface="Times New Roman"/>
                <a:cs typeface="Times New Roman"/>
              </a:rPr>
              <a:t>tạo</a:t>
            </a:r>
            <a:r>
              <a:rPr lang="vi-VN" sz="2000">
                <a:latin typeface="Times New Roman"/>
                <a:cs typeface="Times New Roman"/>
              </a:rPr>
              <a:t> </a:t>
            </a:r>
            <a:r>
              <a:rPr lang="vi-VN" sz="2000" err="1">
                <a:latin typeface="Times New Roman"/>
                <a:cs typeface="Times New Roman"/>
              </a:rPr>
              <a:t>chỉnh</a:t>
            </a:r>
            <a:r>
              <a:rPr lang="vi-VN" sz="2000">
                <a:latin typeface="Times New Roman"/>
                <a:cs typeface="Times New Roman"/>
              </a:rPr>
              <a:t> </a:t>
            </a:r>
            <a:r>
              <a:rPr lang="vi-VN" sz="2000" err="1">
                <a:latin typeface="Times New Roman"/>
                <a:cs typeface="Times New Roman"/>
              </a:rPr>
              <a:t>sửa</a:t>
            </a:r>
            <a:r>
              <a:rPr lang="vi-VN" sz="2000">
                <a:latin typeface="Times New Roman"/>
                <a:cs typeface="Times New Roman"/>
              </a:rPr>
              <a:t> </a:t>
            </a:r>
            <a:r>
              <a:rPr lang="vi-VN" sz="2000" err="1">
                <a:latin typeface="Times New Roman"/>
                <a:cs typeface="Times New Roman"/>
              </a:rPr>
              <a:t>và</a:t>
            </a:r>
            <a:r>
              <a:rPr lang="vi-VN" sz="2000">
                <a:latin typeface="Times New Roman"/>
                <a:cs typeface="Times New Roman"/>
              </a:rPr>
              <a:t> </a:t>
            </a:r>
            <a:r>
              <a:rPr lang="vi-VN" sz="2000" err="1">
                <a:latin typeface="Times New Roman"/>
                <a:cs typeface="Times New Roman"/>
              </a:rPr>
              <a:t>xoá</a:t>
            </a:r>
          </a:p>
        </p:txBody>
      </p:sp>
    </p:spTree>
    <p:extLst>
      <p:ext uri="{BB962C8B-B14F-4D97-AF65-F5344CB8AC3E}">
        <p14:creationId xmlns:p14="http://schemas.microsoft.com/office/powerpoint/2010/main" val="2127855088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>
                <a:latin typeface="Times New Roman"/>
                <a:cs typeface="Times New Roman"/>
              </a:rPr>
              <a:t>2. </a:t>
            </a:r>
            <a:r>
              <a:rPr lang="en-US" sz="4000" err="1">
                <a:latin typeface="Times New Roman"/>
                <a:cs typeface="Times New Roman"/>
              </a:rPr>
              <a:t>Khảo</a:t>
            </a:r>
            <a:r>
              <a:rPr lang="en-US" sz="4000">
                <a:latin typeface="Times New Roman"/>
                <a:cs typeface="Times New Roman"/>
              </a:rPr>
              <a:t> </a:t>
            </a:r>
            <a:r>
              <a:rPr lang="en-US" sz="4000" err="1">
                <a:latin typeface="Times New Roman"/>
                <a:cs typeface="Times New Roman"/>
              </a:rPr>
              <a:t>sát</a:t>
            </a:r>
            <a:r>
              <a:rPr lang="en-US" sz="4000">
                <a:latin typeface="Times New Roman"/>
                <a:cs typeface="Times New Roman"/>
              </a:rPr>
              <a:t> </a:t>
            </a:r>
            <a:r>
              <a:rPr lang="en-US" sz="4000" err="1">
                <a:latin typeface="Times New Roman"/>
                <a:cs typeface="Times New Roman"/>
              </a:rPr>
              <a:t>hiện</a:t>
            </a:r>
            <a:r>
              <a:rPr lang="en-US" sz="4000">
                <a:latin typeface="Times New Roman"/>
                <a:cs typeface="Times New Roman"/>
              </a:rPr>
              <a:t> </a:t>
            </a:r>
            <a:r>
              <a:rPr lang="en-US" sz="4000" err="1">
                <a:latin typeface="Times New Roman"/>
                <a:cs typeface="Times New Roman"/>
              </a:rPr>
              <a:t>trạng</a:t>
            </a:r>
          </a:p>
        </p:txBody>
      </p:sp>
      <p:sp>
        <p:nvSpPr>
          <p:cNvPr id="4" name="Chỗ dành sẵn cho Nội dung 3">
            <a:extLst>
              <a:ext uri="{FF2B5EF4-FFF2-40B4-BE49-F238E27FC236}">
                <a16:creationId xmlns:a16="http://schemas.microsoft.com/office/drawing/2014/main" id="{62077CAF-0911-4288-8FCC-652B3AFF16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4900" y="1600200"/>
            <a:ext cx="9982200" cy="569844"/>
          </a:xfrm>
        </p:spPr>
        <p:txBody>
          <a:bodyPr vert="horz" lIns="0" tIns="45720" rIns="0" bIns="45720" rtlCol="0" anchor="t">
            <a:normAutofit/>
          </a:bodyPr>
          <a:lstStyle/>
          <a:p>
            <a:pPr marL="0" indent="0">
              <a:buNone/>
            </a:pPr>
            <a:r>
              <a:rPr lang="vi-VN" sz="2400" err="1">
                <a:latin typeface="Times New Roman"/>
                <a:cs typeface="Times New Roman"/>
              </a:rPr>
              <a:t>Website</a:t>
            </a:r>
            <a:r>
              <a:rPr lang="vi-VN" sz="2400">
                <a:latin typeface="Times New Roman"/>
                <a:cs typeface="Times New Roman"/>
              </a:rPr>
              <a:t> 1: </a:t>
            </a:r>
            <a:r>
              <a:rPr lang="vi-VN" sz="2400">
                <a:latin typeface="Times New Roman"/>
                <a:ea typeface="+mn-lt"/>
                <a:cs typeface="+mn-lt"/>
              </a:rPr>
              <a:t>“NHK WORLD - JAPAN”</a:t>
            </a:r>
            <a:endParaRPr lang="vi-VN" sz="2400">
              <a:latin typeface="Times New Roman"/>
              <a:cs typeface="Times New Roman"/>
            </a:endParaRPr>
          </a:p>
        </p:txBody>
      </p:sp>
      <p:pic>
        <p:nvPicPr>
          <p:cNvPr id="5" name="Hình ảnh 5" descr="Ảnh có chứa ảnh chụp màn hình&#10;&#10;Mô tả được tự động tạo">
            <a:extLst>
              <a:ext uri="{FF2B5EF4-FFF2-40B4-BE49-F238E27FC236}">
                <a16:creationId xmlns:a16="http://schemas.microsoft.com/office/drawing/2014/main" id="{02F7713A-BB8A-42E4-85FD-17C6DE86CF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3637" y="2443162"/>
            <a:ext cx="7324725" cy="365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3472951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>
                <a:latin typeface="Times New Roman"/>
                <a:cs typeface="Times New Roman"/>
              </a:rPr>
              <a:t>2. Khảo sát hiện trạng</a:t>
            </a:r>
          </a:p>
        </p:txBody>
      </p:sp>
      <p:sp>
        <p:nvSpPr>
          <p:cNvPr id="4" name="Chỗ dành sẵn cho Nội dung 3">
            <a:extLst>
              <a:ext uri="{FF2B5EF4-FFF2-40B4-BE49-F238E27FC236}">
                <a16:creationId xmlns:a16="http://schemas.microsoft.com/office/drawing/2014/main" id="{62077CAF-0911-4288-8FCC-652B3AFF16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4900" y="1600200"/>
            <a:ext cx="9982200" cy="569844"/>
          </a:xfrm>
        </p:spPr>
        <p:txBody>
          <a:bodyPr vert="horz" lIns="0" tIns="45720" rIns="0" bIns="45720" rtlCol="0" anchor="t">
            <a:normAutofit/>
          </a:bodyPr>
          <a:lstStyle/>
          <a:p>
            <a:pPr marL="0" indent="0">
              <a:buNone/>
            </a:pPr>
            <a:r>
              <a:rPr lang="vi-VN" sz="2400" err="1">
                <a:latin typeface="Times New Roman"/>
                <a:cs typeface="Times New Roman"/>
              </a:rPr>
              <a:t>Website</a:t>
            </a:r>
            <a:r>
              <a:rPr lang="vi-VN" sz="2400">
                <a:latin typeface="Times New Roman"/>
                <a:cs typeface="Times New Roman"/>
              </a:rPr>
              <a:t> 2: </a:t>
            </a:r>
            <a:r>
              <a:rPr lang="vi-VN" sz="2400">
                <a:latin typeface="Times New Roman"/>
                <a:ea typeface="+mn-lt"/>
                <a:cs typeface="+mn-lt"/>
              </a:rPr>
              <a:t>“</a:t>
            </a:r>
            <a:r>
              <a:rPr lang="vi-VN" sz="2400" err="1">
                <a:latin typeface="Times New Roman"/>
                <a:ea typeface="+mn-lt"/>
                <a:cs typeface="+mn-lt"/>
              </a:rPr>
              <a:t>Duolingo</a:t>
            </a:r>
            <a:r>
              <a:rPr lang="vi-VN" sz="2400">
                <a:latin typeface="Times New Roman"/>
                <a:ea typeface="+mn-lt"/>
                <a:cs typeface="+mn-lt"/>
              </a:rPr>
              <a:t>”</a:t>
            </a:r>
            <a:endParaRPr lang="vi-VN" sz="2400">
              <a:latin typeface="Times New Roman"/>
              <a:cs typeface="Times New Roman"/>
            </a:endParaRPr>
          </a:p>
        </p:txBody>
      </p:sp>
      <p:pic>
        <p:nvPicPr>
          <p:cNvPr id="3" name="Hình ảnh 5" descr="Ảnh có chứa ảnh chụp màn hình&#10;&#10;Mô tả được tự động tạo">
            <a:extLst>
              <a:ext uri="{FF2B5EF4-FFF2-40B4-BE49-F238E27FC236}">
                <a16:creationId xmlns:a16="http://schemas.microsoft.com/office/drawing/2014/main" id="{B099A295-820C-4430-9F81-14D51FE279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9337" y="2170687"/>
            <a:ext cx="9377325" cy="4454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1938351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>
                <a:latin typeface="Times New Roman"/>
                <a:cs typeface="Times New Roman"/>
              </a:rPr>
              <a:t>2. Khảo sát hiện trạng</a:t>
            </a:r>
          </a:p>
        </p:txBody>
      </p:sp>
      <p:sp>
        <p:nvSpPr>
          <p:cNvPr id="4" name="Chỗ dành sẵn cho Nội dung 3">
            <a:extLst>
              <a:ext uri="{FF2B5EF4-FFF2-40B4-BE49-F238E27FC236}">
                <a16:creationId xmlns:a16="http://schemas.microsoft.com/office/drawing/2014/main" id="{62077CAF-0911-4288-8FCC-652B3AFF16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4900" y="1600200"/>
            <a:ext cx="9982200" cy="569844"/>
          </a:xfrm>
        </p:spPr>
        <p:txBody>
          <a:bodyPr vert="horz" lIns="0" tIns="45720" rIns="0" bIns="45720" rtlCol="0" anchor="t">
            <a:normAutofit/>
          </a:bodyPr>
          <a:lstStyle/>
          <a:p>
            <a:pPr marL="0" indent="0">
              <a:buNone/>
            </a:pPr>
            <a:r>
              <a:rPr lang="vi-VN" sz="2400" err="1">
                <a:latin typeface="Times New Roman"/>
                <a:cs typeface="Times New Roman"/>
              </a:rPr>
              <a:t>Website</a:t>
            </a:r>
            <a:r>
              <a:rPr lang="vi-VN" sz="2400">
                <a:latin typeface="Times New Roman"/>
                <a:cs typeface="Times New Roman"/>
              </a:rPr>
              <a:t> 2: </a:t>
            </a:r>
            <a:r>
              <a:rPr lang="vi-VN" sz="2400">
                <a:latin typeface="Times New Roman"/>
                <a:ea typeface="+mn-lt"/>
                <a:cs typeface="+mn-lt"/>
              </a:rPr>
              <a:t>“</a:t>
            </a:r>
            <a:r>
              <a:rPr lang="vi-VN" sz="2400" err="1">
                <a:latin typeface="Times New Roman"/>
                <a:ea typeface="+mn-lt"/>
                <a:cs typeface="+mn-lt"/>
              </a:rPr>
              <a:t>Minano</a:t>
            </a:r>
            <a:r>
              <a:rPr lang="vi-VN" sz="2400">
                <a:latin typeface="Times New Roman"/>
                <a:ea typeface="+mn-lt"/>
                <a:cs typeface="+mn-lt"/>
              </a:rPr>
              <a:t> </a:t>
            </a:r>
            <a:r>
              <a:rPr lang="vi-VN" sz="2400" err="1">
                <a:latin typeface="Times New Roman"/>
                <a:ea typeface="+mn-lt"/>
                <a:cs typeface="+mn-lt"/>
              </a:rPr>
              <a:t>Nigongo</a:t>
            </a:r>
            <a:r>
              <a:rPr lang="vi-VN" sz="2400">
                <a:latin typeface="Times New Roman"/>
                <a:ea typeface="+mn-lt"/>
                <a:cs typeface="+mn-lt"/>
              </a:rPr>
              <a:t>”</a:t>
            </a:r>
            <a:endParaRPr lang="vi-VN" sz="2400">
              <a:latin typeface="Times New Roman"/>
              <a:cs typeface="Times New Roman"/>
            </a:endParaRPr>
          </a:p>
        </p:txBody>
      </p:sp>
      <p:pic>
        <p:nvPicPr>
          <p:cNvPr id="5" name="Hình ảnh 5" descr="Ảnh có chứa ảnh chụp màn hình&#10;&#10;Mô tả được tự động tạo">
            <a:extLst>
              <a:ext uri="{FF2B5EF4-FFF2-40B4-BE49-F238E27FC236}">
                <a16:creationId xmlns:a16="http://schemas.microsoft.com/office/drawing/2014/main" id="{42F8856C-42BE-4B37-919D-9B4F4CF6F3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6987" y="2076300"/>
            <a:ext cx="9554025" cy="449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104299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3. </a:t>
            </a:r>
            <a:r>
              <a:rPr lang="en-US" dirty="0" err="1" smtClean="0"/>
              <a:t>Thiết</a:t>
            </a:r>
            <a:r>
              <a:rPr lang="en-US" dirty="0" smtClean="0"/>
              <a:t> </a:t>
            </a:r>
            <a:r>
              <a:rPr lang="en-US" dirty="0" err="1" smtClean="0"/>
              <a:t>kế</a:t>
            </a:r>
            <a:r>
              <a:rPr lang="en-US" dirty="0" smtClean="0"/>
              <a:t> CSDL</a:t>
            </a:r>
            <a:endParaRPr lang="en-US" dirty="0"/>
          </a:p>
        </p:txBody>
      </p:sp>
      <p:pic>
        <p:nvPicPr>
          <p:cNvPr id="7" name="Google Shape;117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11747" y="1322019"/>
            <a:ext cx="8566988" cy="541288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85378842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4. </a:t>
            </a:r>
            <a:r>
              <a:rPr lang="en-US" dirty="0" err="1" smtClean="0"/>
              <a:t>Thiết</a:t>
            </a:r>
            <a:r>
              <a:rPr lang="en-US" dirty="0" smtClean="0"/>
              <a:t> </a:t>
            </a:r>
            <a:r>
              <a:rPr lang="en-US" dirty="0" err="1" smtClean="0"/>
              <a:t>kế</a:t>
            </a:r>
            <a:r>
              <a:rPr lang="en-US" dirty="0" smtClean="0"/>
              <a:t> </a:t>
            </a:r>
            <a:r>
              <a:rPr lang="en-US" dirty="0" err="1" smtClean="0"/>
              <a:t>giao</a:t>
            </a:r>
            <a:r>
              <a:rPr lang="en-US" dirty="0" smtClean="0"/>
              <a:t> </a:t>
            </a:r>
            <a:r>
              <a:rPr lang="en-US" dirty="0" err="1" smtClean="0"/>
              <a:t>diện</a:t>
            </a:r>
            <a:r>
              <a:rPr lang="en-US" dirty="0" smtClean="0"/>
              <a:t> </a:t>
            </a:r>
            <a:r>
              <a:rPr lang="en-US" dirty="0" err="1" smtClean="0"/>
              <a:t>và</a:t>
            </a:r>
            <a:r>
              <a:rPr lang="en-US" dirty="0" smtClean="0"/>
              <a:t> </a:t>
            </a:r>
            <a:r>
              <a:rPr lang="en-US" dirty="0" err="1" smtClean="0"/>
              <a:t>xử</a:t>
            </a:r>
            <a:r>
              <a:rPr lang="en-US" dirty="0" smtClean="0"/>
              <a:t> </a:t>
            </a:r>
            <a:r>
              <a:rPr lang="en-US" dirty="0" err="1" smtClean="0"/>
              <a:t>lý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1104900" y="1371600"/>
            <a:ext cx="4914900" cy="4800599"/>
          </a:xfrm>
        </p:spPr>
        <p:txBody>
          <a:bodyPr/>
          <a:lstStyle/>
          <a:p>
            <a:pPr marL="0" indent="0">
              <a:buNone/>
            </a:pPr>
            <a:r>
              <a:rPr lang="en-US" dirty="0" smtClean="0"/>
              <a:t>a) </a:t>
            </a:r>
            <a:r>
              <a:rPr lang="en-US" dirty="0" err="1" smtClean="0"/>
              <a:t>thiết</a:t>
            </a:r>
            <a:r>
              <a:rPr lang="en-US" dirty="0" smtClean="0"/>
              <a:t> </a:t>
            </a:r>
            <a:r>
              <a:rPr lang="en-US" dirty="0" err="1" smtClean="0"/>
              <a:t>kế</a:t>
            </a:r>
            <a:r>
              <a:rPr lang="en-US" dirty="0" smtClean="0"/>
              <a:t> </a:t>
            </a:r>
            <a:r>
              <a:rPr lang="en-US" dirty="0" err="1" smtClean="0"/>
              <a:t>giao</a:t>
            </a:r>
            <a:r>
              <a:rPr lang="en-US" dirty="0" smtClean="0"/>
              <a:t> </a:t>
            </a:r>
            <a:r>
              <a:rPr lang="en-US" dirty="0" err="1" smtClean="0"/>
              <a:t>diện</a:t>
            </a:r>
            <a:endParaRPr lang="en-US" dirty="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6400" y="1810161"/>
            <a:ext cx="8832529" cy="46858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0971061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4. </a:t>
            </a:r>
            <a:r>
              <a:rPr lang="en-US" dirty="0" err="1" smtClean="0"/>
              <a:t>Thiết</a:t>
            </a:r>
            <a:r>
              <a:rPr lang="en-US" dirty="0" smtClean="0"/>
              <a:t> </a:t>
            </a:r>
            <a:r>
              <a:rPr lang="en-US" dirty="0" err="1" smtClean="0"/>
              <a:t>kế</a:t>
            </a:r>
            <a:r>
              <a:rPr lang="en-US" dirty="0" smtClean="0"/>
              <a:t> </a:t>
            </a:r>
            <a:r>
              <a:rPr lang="en-US" dirty="0" err="1" smtClean="0"/>
              <a:t>giao</a:t>
            </a:r>
            <a:r>
              <a:rPr lang="en-US" dirty="0" smtClean="0"/>
              <a:t> </a:t>
            </a:r>
            <a:r>
              <a:rPr lang="en-US" dirty="0" err="1" smtClean="0"/>
              <a:t>diện</a:t>
            </a:r>
            <a:r>
              <a:rPr lang="en-US" dirty="0" smtClean="0"/>
              <a:t> </a:t>
            </a:r>
            <a:r>
              <a:rPr lang="en-US" dirty="0" err="1" smtClean="0"/>
              <a:t>và</a:t>
            </a:r>
            <a:r>
              <a:rPr lang="en-US" dirty="0" smtClean="0"/>
              <a:t> </a:t>
            </a:r>
            <a:r>
              <a:rPr lang="en-US" dirty="0" err="1" smtClean="0"/>
              <a:t>xử</a:t>
            </a:r>
            <a:r>
              <a:rPr lang="en-US" dirty="0" smtClean="0"/>
              <a:t> </a:t>
            </a:r>
            <a:r>
              <a:rPr lang="en-US" dirty="0" err="1" smtClean="0"/>
              <a:t>lý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1104900" y="1371600"/>
            <a:ext cx="4914900" cy="4800599"/>
          </a:xfrm>
        </p:spPr>
        <p:txBody>
          <a:bodyPr/>
          <a:lstStyle/>
          <a:p>
            <a:pPr marL="0" indent="0">
              <a:buNone/>
            </a:pPr>
            <a:r>
              <a:rPr lang="en-US" dirty="0" smtClean="0"/>
              <a:t>a) </a:t>
            </a:r>
            <a:r>
              <a:rPr lang="en-US" dirty="0" err="1" smtClean="0"/>
              <a:t>thiết</a:t>
            </a:r>
            <a:r>
              <a:rPr lang="en-US" dirty="0" smtClean="0"/>
              <a:t> </a:t>
            </a:r>
            <a:r>
              <a:rPr lang="en-US" dirty="0" err="1" smtClean="0"/>
              <a:t>kế</a:t>
            </a:r>
            <a:r>
              <a:rPr lang="en-US" dirty="0" smtClean="0"/>
              <a:t> </a:t>
            </a:r>
            <a:r>
              <a:rPr lang="en-US" dirty="0" err="1" smtClean="0"/>
              <a:t>xử</a:t>
            </a:r>
            <a:r>
              <a:rPr lang="en-US" dirty="0" smtClean="0"/>
              <a:t> </a:t>
            </a:r>
            <a:r>
              <a:rPr lang="en-US" dirty="0" err="1" smtClean="0"/>
              <a:t>lý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0629" y="1699863"/>
            <a:ext cx="9669224" cy="5001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8777270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>
                <a:latin typeface="Times New Roman"/>
                <a:cs typeface="Times New Roman"/>
              </a:rPr>
              <a:t>5. Demo</a:t>
            </a:r>
            <a:endParaRPr lang="en-US" sz="4000" dirty="0">
              <a:latin typeface="Times New Roman"/>
              <a:cs typeface="Times New Roman"/>
            </a:endParaRPr>
          </a:p>
        </p:txBody>
      </p:sp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BF3F5286-930D-4F70-815F-5E21E46F64DB}"/>
              </a:ext>
            </a:extLst>
          </p:cNvPr>
          <p:cNvSpPr txBox="1"/>
          <p:nvPr/>
        </p:nvSpPr>
        <p:spPr>
          <a:xfrm>
            <a:off x="4724400" y="3074695"/>
            <a:ext cx="2743200" cy="7078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vi-VN" sz="4000">
                <a:latin typeface="Times New Roman"/>
                <a:cs typeface="Times New Roman"/>
              </a:rPr>
              <a:t>Demo</a:t>
            </a:r>
            <a:endParaRPr lang="vi-VN" sz="4000" dirty="0"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527004159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>
                <a:latin typeface="Times New Roman"/>
                <a:cs typeface="Times New Roman"/>
              </a:rPr>
              <a:t>5. Kết luận</a:t>
            </a:r>
            <a:endParaRPr lang="en-US" sz="4000" dirty="0">
              <a:latin typeface="Times New Roman"/>
              <a:cs typeface="Times New Roman"/>
            </a:endParaRPr>
          </a:p>
        </p:txBody>
      </p:sp>
      <p:sp>
        <p:nvSpPr>
          <p:cNvPr id="4" name="Hộp Văn bản 3">
            <a:extLst>
              <a:ext uri="{FF2B5EF4-FFF2-40B4-BE49-F238E27FC236}">
                <a16:creationId xmlns:a16="http://schemas.microsoft.com/office/drawing/2014/main" id="{CAC0FE78-96CC-4BC9-BB45-27A127E0A80B}"/>
              </a:ext>
            </a:extLst>
          </p:cNvPr>
          <p:cNvSpPr txBox="1"/>
          <p:nvPr/>
        </p:nvSpPr>
        <p:spPr>
          <a:xfrm>
            <a:off x="1103509" y="1526225"/>
            <a:ext cx="9979418" cy="31393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vi-VN"/>
              <a:t>Ưu điểm:</a:t>
            </a:r>
            <a:endParaRPr lang="vi-VN" dirty="0"/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vi-VN"/>
              <a:t>Dễ dàng thao tác sử dụng</a:t>
            </a: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vi-VN"/>
              <a:t>Người dùng có thể tạo khoá học với những từ ngữ mà bản thân muốn luyện tập</a:t>
            </a: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vi-VN"/>
              <a:t>Người dùng học được các từ ngữ, đoạn hội thoại có tính áp dụng cao</a:t>
            </a: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vi-VN"/>
              <a:t>Người dùng có thể tương tác với nhau thông qua mục bình luận và nhắn tin</a:t>
            </a: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vi-VN"/>
              <a:t>Sử dụng hai ngôn ngữ song song là tiếng Anh và tiếng Việt</a:t>
            </a:r>
            <a:endParaRPr lang="vi-VN" dirty="0"/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vi-VN"/>
              <a:t>Triển khai trên các nền tảng duyệt web khác nhau</a:t>
            </a:r>
          </a:p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664068880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>
                <a:latin typeface="Times New Roman"/>
                <a:cs typeface="Times New Roman"/>
              </a:rPr>
              <a:t>5. Kết luận</a:t>
            </a:r>
            <a:endParaRPr lang="en-US" sz="4000" dirty="0">
              <a:latin typeface="Times New Roman"/>
              <a:cs typeface="Times New Roman"/>
            </a:endParaRPr>
          </a:p>
        </p:txBody>
      </p:sp>
      <p:sp>
        <p:nvSpPr>
          <p:cNvPr id="4" name="Hộp Văn bản 3">
            <a:extLst>
              <a:ext uri="{FF2B5EF4-FFF2-40B4-BE49-F238E27FC236}">
                <a16:creationId xmlns:a16="http://schemas.microsoft.com/office/drawing/2014/main" id="{CAC0FE78-96CC-4BC9-BB45-27A127E0A80B}"/>
              </a:ext>
            </a:extLst>
          </p:cNvPr>
          <p:cNvSpPr txBox="1"/>
          <p:nvPr/>
        </p:nvSpPr>
        <p:spPr>
          <a:xfrm>
            <a:off x="1103509" y="1526225"/>
            <a:ext cx="9979418" cy="147732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vi-VN"/>
              <a:t>Nhược điểm:</a:t>
            </a:r>
            <a:endParaRPr lang="vi-VN" dirty="0"/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vi-VN"/>
              <a:t>Ứng dụng chưa hoàn thành được tất cả các tính năng đề ra</a:t>
            </a:r>
            <a:endParaRPr lang="vi-VN" dirty="0"/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vi-VN"/>
              <a:t>Còn một vài trải nghiệm chưa tốt khi sử dụng trang web</a:t>
            </a:r>
            <a:endParaRPr lang="vi-VN" dirty="0"/>
          </a:p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116802431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>
                <a:latin typeface="Times New Roman"/>
                <a:cs typeface="Times New Roman"/>
              </a:rPr>
              <a:t>5. Kết luận</a:t>
            </a:r>
            <a:endParaRPr lang="en-US" sz="4000" dirty="0">
              <a:latin typeface="Times New Roman"/>
              <a:cs typeface="Times New Roman"/>
            </a:endParaRPr>
          </a:p>
        </p:txBody>
      </p:sp>
      <p:sp>
        <p:nvSpPr>
          <p:cNvPr id="4" name="Hộp Văn bản 3">
            <a:extLst>
              <a:ext uri="{FF2B5EF4-FFF2-40B4-BE49-F238E27FC236}">
                <a16:creationId xmlns:a16="http://schemas.microsoft.com/office/drawing/2014/main" id="{CAC0FE78-96CC-4BC9-BB45-27A127E0A80B}"/>
              </a:ext>
            </a:extLst>
          </p:cNvPr>
          <p:cNvSpPr txBox="1"/>
          <p:nvPr/>
        </p:nvSpPr>
        <p:spPr>
          <a:xfrm>
            <a:off x="1103509" y="1526225"/>
            <a:ext cx="9979418" cy="147732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vi-VN"/>
              <a:t>Hướng phát triển:</a:t>
            </a:r>
            <a:endParaRPr lang="vi-VN" dirty="0"/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vi-VN"/>
              <a:t>Hoàn thiện các tính năng còn lại</a:t>
            </a:r>
            <a:endParaRPr lang="vi-VN" dirty="0"/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vi-VN"/>
              <a:t>Cải thiện trải nghiệm UI/UX của trang web</a:t>
            </a:r>
            <a:endParaRPr lang="vi-VN" dirty="0"/>
          </a:p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881570997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theme/theme1.xml><?xml version="1.0" encoding="utf-8"?>
<a:theme xmlns:a="http://schemas.openxmlformats.org/drawingml/2006/main" name="Academic Literature 16x9">
  <a:themeElements>
    <a:clrScheme name="Academic Literature">
      <a:dk1>
        <a:srgbClr val="514843"/>
      </a:dk1>
      <a:lt1>
        <a:srgbClr val="FFFFFF"/>
      </a:lt1>
      <a:dk2>
        <a:srgbClr val="000000"/>
      </a:dk2>
      <a:lt2>
        <a:srgbClr val="FFFFF3"/>
      </a:lt2>
      <a:accent1>
        <a:srgbClr val="514843"/>
      </a:accent1>
      <a:accent2>
        <a:srgbClr val="6D7D66"/>
      </a:accent2>
      <a:accent3>
        <a:srgbClr val="525A6A"/>
      </a:accent3>
      <a:accent4>
        <a:srgbClr val="827266"/>
      </a:accent4>
      <a:accent5>
        <a:srgbClr val="AE9A7E"/>
      </a:accent5>
      <a:accent6>
        <a:srgbClr val="A8A39E"/>
      </a:accent6>
      <a:hlink>
        <a:srgbClr val="59704F"/>
      </a:hlink>
      <a:folHlink>
        <a:srgbClr val="A8A39E"/>
      </a:folHlink>
    </a:clrScheme>
    <a:fontScheme name="Plantagenet Cherokee-Euphemia">
      <a:majorFont>
        <a:latin typeface="Plantagenet Cherokee"/>
        <a:ea typeface=""/>
        <a:cs typeface=""/>
      </a:majorFont>
      <a:minorFont>
        <a:latin typeface="Euphemia"/>
        <a:ea typeface=""/>
        <a:cs typeface=""/>
      </a:minorFont>
    </a:fontScheme>
    <a:fmtScheme name="AcademicLiterature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300000"/>
              </a:schemeClr>
            </a:gs>
            <a:gs pos="100000">
              <a:schemeClr val="phClr">
                <a:tint val="68000"/>
                <a:satMod val="300000"/>
              </a:schemeClr>
            </a:gs>
          </a:gsLst>
          <a:path path="rect">
            <a:fillToRect l="50000" t="50000" r="50000" b="50000"/>
          </a:path>
        </a:gradFill>
        <a:gradFill rotWithShape="1">
          <a:gsLst>
            <a:gs pos="0">
              <a:schemeClr val="phClr">
                <a:shade val="100000"/>
                <a:satMod val="137000"/>
              </a:schemeClr>
            </a:gs>
            <a:gs pos="71000">
              <a:schemeClr val="phClr">
                <a:shade val="98000"/>
                <a:satMod val="137000"/>
              </a:schemeClr>
            </a:gs>
            <a:gs pos="100000">
              <a:schemeClr val="phClr">
                <a:shade val="75000"/>
                <a:satMod val="137000"/>
              </a:schemeClr>
            </a:gs>
          </a:gsLst>
          <a:path path="rect">
            <a:fillToRect l="50000" t="50000" r="50000" b="50000"/>
          </a:path>
        </a:gradFill>
      </a:fillStyleLst>
      <a:lnStyleLst>
        <a:ln w="6350" cap="rnd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48000" cap="flat" cmpd="thickThin" algn="ctr">
          <a:solidFill>
            <a:schemeClr val="phClr"/>
          </a:solidFill>
          <a:prstDash val="solid"/>
        </a:ln>
        <a:ln w="48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5000" dist="25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800000"/>
            </a:lightRig>
          </a:scene3d>
          <a:sp3d prstMaterial="matte">
            <a:bevelT h="200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20000" t="20000" r="20000" b="2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5000" t="5000" r="5000" b="5000"/>
          </a:path>
        </a:gradFill>
      </a:bgFillStyleLst>
    </a:fmtScheme>
  </a:themeElements>
  <a:objectDefaults>
    <a:lnDef>
      <a:spPr>
        <a:ln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Academic Literature">
      <a:dk1>
        <a:srgbClr val="514843"/>
      </a:dk1>
      <a:lt1>
        <a:srgbClr val="FFFFFF"/>
      </a:lt1>
      <a:dk2>
        <a:srgbClr val="000000"/>
      </a:dk2>
      <a:lt2>
        <a:srgbClr val="FFFFF3"/>
      </a:lt2>
      <a:accent1>
        <a:srgbClr val="514843"/>
      </a:accent1>
      <a:accent2>
        <a:srgbClr val="6D7D66"/>
      </a:accent2>
      <a:accent3>
        <a:srgbClr val="525A6A"/>
      </a:accent3>
      <a:accent4>
        <a:srgbClr val="827266"/>
      </a:accent4>
      <a:accent5>
        <a:srgbClr val="AE9A7E"/>
      </a:accent5>
      <a:accent6>
        <a:srgbClr val="A8A39E"/>
      </a:accent6>
      <a:hlink>
        <a:srgbClr val="59704F"/>
      </a:hlink>
      <a:folHlink>
        <a:srgbClr val="A8A39E"/>
      </a:folHlink>
    </a:clrScheme>
    <a:fontScheme name="Plantagenet Cherokee-Euphemia">
      <a:majorFont>
        <a:latin typeface="Plantagenet Cherokee"/>
        <a:ea typeface=""/>
        <a:cs typeface=""/>
      </a:majorFont>
      <a:minorFont>
        <a:latin typeface="Euphemia"/>
        <a:ea typeface=""/>
        <a:cs typeface=""/>
      </a:minorFont>
    </a:fontScheme>
    <a:fmtScheme name="AcademicLiterature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300000"/>
              </a:schemeClr>
            </a:gs>
            <a:gs pos="100000">
              <a:schemeClr val="phClr">
                <a:tint val="68000"/>
                <a:satMod val="300000"/>
              </a:schemeClr>
            </a:gs>
          </a:gsLst>
          <a:path path="rect">
            <a:fillToRect l="50000" t="50000" r="50000" b="50000"/>
          </a:path>
        </a:gradFill>
        <a:gradFill rotWithShape="1">
          <a:gsLst>
            <a:gs pos="0">
              <a:schemeClr val="phClr">
                <a:shade val="100000"/>
                <a:satMod val="137000"/>
              </a:schemeClr>
            </a:gs>
            <a:gs pos="71000">
              <a:schemeClr val="phClr">
                <a:shade val="98000"/>
                <a:satMod val="137000"/>
              </a:schemeClr>
            </a:gs>
            <a:gs pos="100000">
              <a:schemeClr val="phClr">
                <a:shade val="75000"/>
                <a:satMod val="137000"/>
              </a:schemeClr>
            </a:gs>
          </a:gsLst>
          <a:path path="rect">
            <a:fillToRect l="50000" t="50000" r="50000" b="50000"/>
          </a:path>
        </a:gradFill>
      </a:fillStyleLst>
      <a:lnStyleLst>
        <a:ln w="6350" cap="rnd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48000" cap="flat" cmpd="thickThin" algn="ctr">
          <a:solidFill>
            <a:schemeClr val="phClr"/>
          </a:solidFill>
          <a:prstDash val="solid"/>
        </a:ln>
        <a:ln w="48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5000" dist="25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800000"/>
            </a:lightRig>
          </a:scene3d>
          <a:sp3d prstMaterial="matte">
            <a:bevelT h="200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20000" t="20000" r="20000" b="2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5000" t="5000" r="5000" b="5000"/>
          </a:path>
        </a:gradFill>
      </a:bgFillStyleLst>
    </a:fmtScheme>
  </a:themeElements>
  <a:objectDefaults>
    <a:lnDef>
      <a:spPr>
        <a:ln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Academic Literature">
      <a:dk1>
        <a:srgbClr val="514843"/>
      </a:dk1>
      <a:lt1>
        <a:srgbClr val="FFFFFF"/>
      </a:lt1>
      <a:dk2>
        <a:srgbClr val="000000"/>
      </a:dk2>
      <a:lt2>
        <a:srgbClr val="FFFFF3"/>
      </a:lt2>
      <a:accent1>
        <a:srgbClr val="514843"/>
      </a:accent1>
      <a:accent2>
        <a:srgbClr val="6D7D66"/>
      </a:accent2>
      <a:accent3>
        <a:srgbClr val="525A6A"/>
      </a:accent3>
      <a:accent4>
        <a:srgbClr val="827266"/>
      </a:accent4>
      <a:accent5>
        <a:srgbClr val="AE9A7E"/>
      </a:accent5>
      <a:accent6>
        <a:srgbClr val="A8A39E"/>
      </a:accent6>
      <a:hlink>
        <a:srgbClr val="59704F"/>
      </a:hlink>
      <a:folHlink>
        <a:srgbClr val="A8A39E"/>
      </a:folHlink>
    </a:clrScheme>
    <a:fontScheme name="Plantagenet Cherokee-Euphemia">
      <a:majorFont>
        <a:latin typeface="Plantagenet Cherokee"/>
        <a:ea typeface=""/>
        <a:cs typeface=""/>
      </a:majorFont>
      <a:minorFont>
        <a:latin typeface="Euphemia"/>
        <a:ea typeface=""/>
        <a:cs typeface=""/>
      </a:minorFont>
    </a:fontScheme>
    <a:fmtScheme name="AcademicLiterature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300000"/>
              </a:schemeClr>
            </a:gs>
            <a:gs pos="100000">
              <a:schemeClr val="phClr">
                <a:tint val="68000"/>
                <a:satMod val="300000"/>
              </a:schemeClr>
            </a:gs>
          </a:gsLst>
          <a:path path="rect">
            <a:fillToRect l="50000" t="50000" r="50000" b="50000"/>
          </a:path>
        </a:gradFill>
        <a:gradFill rotWithShape="1">
          <a:gsLst>
            <a:gs pos="0">
              <a:schemeClr val="phClr">
                <a:shade val="100000"/>
                <a:satMod val="137000"/>
              </a:schemeClr>
            </a:gs>
            <a:gs pos="71000">
              <a:schemeClr val="phClr">
                <a:shade val="98000"/>
                <a:satMod val="137000"/>
              </a:schemeClr>
            </a:gs>
            <a:gs pos="100000">
              <a:schemeClr val="phClr">
                <a:shade val="75000"/>
                <a:satMod val="137000"/>
              </a:schemeClr>
            </a:gs>
          </a:gsLst>
          <a:path path="rect">
            <a:fillToRect l="50000" t="50000" r="50000" b="50000"/>
          </a:path>
        </a:gradFill>
      </a:fillStyleLst>
      <a:lnStyleLst>
        <a:ln w="6350" cap="rnd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48000" cap="flat" cmpd="thickThin" algn="ctr">
          <a:solidFill>
            <a:schemeClr val="phClr"/>
          </a:solidFill>
          <a:prstDash val="solid"/>
        </a:ln>
        <a:ln w="48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5000" dist="25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800000"/>
            </a:lightRig>
          </a:scene3d>
          <a:sp3d prstMaterial="matte">
            <a:bevelT h="200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20000" t="20000" r="20000" b="2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5000" t="5000" r="5000" b="5000"/>
          </a:path>
        </a:gradFill>
      </a:bgFillStyleLst>
    </a:fmtScheme>
  </a:themeElements>
  <a:objectDefaults>
    <a:lnDef>
      <a:spPr>
        <a:ln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</TotalTime>
  <Words>972</Words>
  <Application>Microsoft Office PowerPoint</Application>
  <PresentationFormat>Widescreen</PresentationFormat>
  <Paragraphs>152</Paragraphs>
  <Slides>16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3" baseType="lpstr">
      <vt:lpstr>Euphemia</vt:lpstr>
      <vt:lpstr>Plantagenet Cherokee</vt:lpstr>
      <vt:lpstr>Arial</vt:lpstr>
      <vt:lpstr>Courier New</vt:lpstr>
      <vt:lpstr>Times New Roman</vt:lpstr>
      <vt:lpstr>Wingdings</vt:lpstr>
      <vt:lpstr>Academic Literature 16x9</vt:lpstr>
      <vt:lpstr>PowerPoint Presentation</vt:lpstr>
      <vt:lpstr>Nội dung trình bày</vt:lpstr>
      <vt:lpstr>1. Giới thiệu</vt:lpstr>
      <vt:lpstr>1. Giới thiệu</vt:lpstr>
      <vt:lpstr>1. Giới thiệu</vt:lpstr>
      <vt:lpstr>1. Giới thiệu</vt:lpstr>
      <vt:lpstr>2. Khảo sát hiện trạng</vt:lpstr>
      <vt:lpstr>2. Khảo sát hiện trạng</vt:lpstr>
      <vt:lpstr>2. Khảo sát hiện trạng</vt:lpstr>
      <vt:lpstr>3. Thiết kế CSDL</vt:lpstr>
      <vt:lpstr>4. Thiết kế giao diện và xử lý</vt:lpstr>
      <vt:lpstr>4. Thiết kế giao diện và xử lý</vt:lpstr>
      <vt:lpstr>5. Demo</vt:lpstr>
      <vt:lpstr>5. Kết luận</vt:lpstr>
      <vt:lpstr>5. Kết luận</vt:lpstr>
      <vt:lpstr>5. Kết luận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With Picture Layout</dc:title>
  <dc:creator/>
  <cp:lastModifiedBy>Lâm Hứa</cp:lastModifiedBy>
  <cp:revision>105</cp:revision>
  <dcterms:created xsi:type="dcterms:W3CDTF">2020-07-11T08:25:05Z</dcterms:created>
  <dcterms:modified xsi:type="dcterms:W3CDTF">2020-07-14T16:34:30Z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0x010100AA3F7D94069FF64A86F7DFF56D60E3BE</vt:lpwstr>
  </property>
</Properties>
</file>