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69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59" r:id="rId11"/>
    <p:sldId id="280" r:id="rId12"/>
    <p:sldId id="281" r:id="rId13"/>
    <p:sldId id="263" r:id="rId14"/>
    <p:sldId id="277" r:id="rId15"/>
    <p:sldId id="278" r:id="rId16"/>
    <p:sldId id="27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21FEDF-8A82-4D95-9453-9332A1D92197}" v="79" dt="2020-07-11T09:34:13.459"/>
    <p1510:client id="{B0446A1E-06C5-4139-9465-CFB0E313EC23}" v="1244" dt="2020-07-11T09:22:21.657"/>
    <p1510:client id="{DACF1B35-9E9A-4D86-A819-930F6871A9EE}" v="344" dt="2020-07-11T12:15:37.253"/>
    <p1510:client id="{F151043A-B25D-4D3A-A184-1FAD938277FA}" v="1231" dt="2020-07-11T14:17:32.3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àng Nguyễn" userId="d51f46e73497885a" providerId="Windows Live" clId="Web-{B0446A1E-06C5-4139-9465-CFB0E313EC23}"/>
    <pc:docChg chg="addSld delSld modSld sldOrd modMainMaster">
      <pc:chgData name="Hoàng Nguyễn" userId="d51f46e73497885a" providerId="Windows Live" clId="Web-{B0446A1E-06C5-4139-9465-CFB0E313EC23}" dt="2020-07-11T09:22:21.657" v="1239"/>
      <pc:docMkLst>
        <pc:docMk/>
      </pc:docMkLst>
      <pc:sldChg chg="addSp delSp modSp del">
        <pc:chgData name="Hoàng Nguyễn" userId="d51f46e73497885a" providerId="Windows Live" clId="Web-{B0446A1E-06C5-4139-9465-CFB0E313EC23}" dt="2020-07-11T08:26:59.647" v="12"/>
        <pc:sldMkLst>
          <pc:docMk/>
          <pc:sldMk cId="1652133998" sldId="256"/>
        </pc:sldMkLst>
        <pc:spChg chg="add del mod">
          <ac:chgData name="Hoàng Nguyễn" userId="d51f46e73497885a" providerId="Windows Live" clId="Web-{B0446A1E-06C5-4139-9465-CFB0E313EC23}" dt="2020-07-11T08:26:16.707" v="6"/>
          <ac:spMkLst>
            <pc:docMk/>
            <pc:sldMk cId="1652133998" sldId="256"/>
            <ac:spMk id="8" creationId="{CE5420D3-8530-47E4-B02B-CDE5AC7F7C02}"/>
          </ac:spMkLst>
        </pc:spChg>
        <pc:picChg chg="add del mod">
          <ac:chgData name="Hoàng Nguyễn" userId="d51f46e73497885a" providerId="Windows Live" clId="Web-{B0446A1E-06C5-4139-9465-CFB0E313EC23}" dt="2020-07-11T08:26:16.723" v="9"/>
          <ac:picMkLst>
            <pc:docMk/>
            <pc:sldMk cId="1652133998" sldId="256"/>
            <ac:picMk id="2" creationId="{AFE765E4-A01F-4C71-8BA7-77FEA9FA87F9}"/>
          </ac:picMkLst>
        </pc:picChg>
        <pc:picChg chg="add del mod">
          <ac:chgData name="Hoàng Nguyễn" userId="d51f46e73497885a" providerId="Windows Live" clId="Web-{B0446A1E-06C5-4139-9465-CFB0E313EC23}" dt="2020-07-11T08:26:16.723" v="8"/>
          <ac:picMkLst>
            <pc:docMk/>
            <pc:sldMk cId="1652133998" sldId="256"/>
            <ac:picMk id="3" creationId="{020CE875-6C6A-4AD7-B9F9-E1EB4E60DB87}"/>
          </ac:picMkLst>
        </pc:picChg>
        <pc:picChg chg="add del mod">
          <ac:chgData name="Hoàng Nguyễn" userId="d51f46e73497885a" providerId="Windows Live" clId="Web-{B0446A1E-06C5-4139-9465-CFB0E313EC23}" dt="2020-07-11T08:26:16.707" v="7"/>
          <ac:picMkLst>
            <pc:docMk/>
            <pc:sldMk cId="1652133998" sldId="256"/>
            <ac:picMk id="5" creationId="{AA129FAA-91E0-44D2-844D-C00AC5E0F584}"/>
          </ac:picMkLst>
        </pc:picChg>
      </pc:sldChg>
      <pc:sldChg chg="modSp modTransition">
        <pc:chgData name="Hoàng Nguyễn" userId="d51f46e73497885a" providerId="Windows Live" clId="Web-{B0446A1E-06C5-4139-9465-CFB0E313EC23}" dt="2020-07-11T09:03:39.939" v="1075"/>
        <pc:sldMkLst>
          <pc:docMk/>
          <pc:sldMk cId="1654255301" sldId="257"/>
        </pc:sldMkLst>
        <pc:spChg chg="mod">
          <ac:chgData name="Hoàng Nguyễn" userId="d51f46e73497885a" providerId="Windows Live" clId="Web-{B0446A1E-06C5-4139-9465-CFB0E313EC23}" dt="2020-07-11T08:37:51.261" v="271" actId="20577"/>
          <ac:spMkLst>
            <pc:docMk/>
            <pc:sldMk cId="1654255301" sldId="257"/>
            <ac:spMk id="13" creationId="{00000000-0000-0000-0000-000000000000}"/>
          </ac:spMkLst>
        </pc:spChg>
        <pc:spChg chg="mod">
          <ac:chgData name="Hoàng Nguyễn" userId="d51f46e73497885a" providerId="Windows Live" clId="Web-{B0446A1E-06C5-4139-9465-CFB0E313EC23}" dt="2020-07-11T08:41:58.024" v="422" actId="20577"/>
          <ac:spMkLst>
            <pc:docMk/>
            <pc:sldMk cId="1654255301" sldId="257"/>
            <ac:spMk id="14" creationId="{00000000-0000-0000-0000-000000000000}"/>
          </ac:spMkLst>
        </pc:spChg>
      </pc:sldChg>
      <pc:sldChg chg="addSp delSp modSp modTransition addAnim delAnim modAnim modNotes">
        <pc:chgData name="Hoàng Nguyễn" userId="d51f46e73497885a" providerId="Windows Live" clId="Web-{B0446A1E-06C5-4139-9465-CFB0E313EC23}" dt="2020-07-11T09:12:08.014" v="1185"/>
        <pc:sldMkLst>
          <pc:docMk/>
          <pc:sldMk cId="4010278615" sldId="258"/>
        </pc:sldMkLst>
        <pc:spChg chg="mod">
          <ac:chgData name="Hoàng Nguyễn" userId="d51f46e73497885a" providerId="Windows Live" clId="Web-{B0446A1E-06C5-4139-9465-CFB0E313EC23}" dt="2020-07-11T08:42:35.558" v="437" actId="20577"/>
          <ac:spMkLst>
            <pc:docMk/>
            <pc:sldMk cId="4010278615" sldId="258"/>
            <ac:spMk id="2" creationId="{00000000-0000-0000-0000-000000000000}"/>
          </ac:spMkLst>
        </pc:spChg>
        <pc:spChg chg="add mod">
          <ac:chgData name="Hoàng Nguyễn" userId="d51f46e73497885a" providerId="Windows Live" clId="Web-{B0446A1E-06C5-4139-9465-CFB0E313EC23}" dt="2020-07-11T09:11:36.747" v="1175" actId="20577"/>
          <ac:spMkLst>
            <pc:docMk/>
            <pc:sldMk cId="4010278615" sldId="258"/>
            <ac:spMk id="4" creationId="{62077CAF-0911-4288-8FCC-652B3AFF166F}"/>
          </ac:spMkLst>
        </pc:spChg>
        <pc:spChg chg="add mod">
          <ac:chgData name="Hoàng Nguyễn" userId="d51f46e73497885a" providerId="Windows Live" clId="Web-{B0446A1E-06C5-4139-9465-CFB0E313EC23}" dt="2020-07-11T08:55:17.318" v="977" actId="20577"/>
          <ac:spMkLst>
            <pc:docMk/>
            <pc:sldMk cId="4010278615" sldId="258"/>
            <ac:spMk id="5" creationId="{EE2142C6-AE5B-412C-ABD4-087C122CE12F}"/>
          </ac:spMkLst>
        </pc:spChg>
        <pc:spChg chg="add del mod">
          <ac:chgData name="Hoàng Nguyễn" userId="d51f46e73497885a" providerId="Windows Live" clId="Web-{B0446A1E-06C5-4139-9465-CFB0E313EC23}" dt="2020-07-11T09:09:03.441" v="1148"/>
          <ac:spMkLst>
            <pc:docMk/>
            <pc:sldMk cId="4010278615" sldId="258"/>
            <ac:spMk id="7" creationId="{2884DEE3-52FD-401B-980B-3E062B61ED4C}"/>
          </ac:spMkLst>
        </pc:spChg>
        <pc:graphicFrameChg chg="del">
          <ac:chgData name="Hoàng Nguyễn" userId="d51f46e73497885a" providerId="Windows Live" clId="Web-{B0446A1E-06C5-4139-9465-CFB0E313EC23}" dt="2020-07-11T08:42:37.776" v="440"/>
          <ac:graphicFrameMkLst>
            <pc:docMk/>
            <pc:sldMk cId="4010278615" sldId="258"/>
            <ac:graphicFrameMk id="6" creationId="{00000000-0000-0000-0000-000000000000}"/>
          </ac:graphicFrameMkLst>
        </pc:graphicFrameChg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853788422" sldId="259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4224509479" sldId="260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2884364" sldId="261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224495804" sldId="262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527004159" sldId="263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800380133" sldId="264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197023440" sldId="265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683544629" sldId="266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15647518" sldId="268"/>
        </pc:sldMkLst>
      </pc:sldChg>
      <pc:sldChg chg="addSp delSp modSp new mod modTransition modClrScheme chgLayout">
        <pc:chgData name="Hoàng Nguyễn" userId="d51f46e73497885a" providerId="Windows Live" clId="Web-{B0446A1E-06C5-4139-9465-CFB0E313EC23}" dt="2020-07-11T09:03:39.939" v="1075"/>
        <pc:sldMkLst>
          <pc:docMk/>
          <pc:sldMk cId="2843801760" sldId="269"/>
        </pc:sldMkLst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2" creationId="{894382C5-5AB2-4106-B6F3-5DCBA8A391FA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3" creationId="{B5A28023-102A-454B-861A-E9CAC2ADA690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4" creationId="{DBA1D1BD-2671-40BD-997D-6E5DB8510FC1}"/>
          </ac:spMkLst>
        </pc:spChg>
        <pc:spChg chg="add mod">
          <ac:chgData name="Hoàng Nguyễn" userId="d51f46e73497885a" providerId="Windows Live" clId="Web-{B0446A1E-06C5-4139-9465-CFB0E313EC23}" dt="2020-07-11T08:29:06.107" v="54" actId="1076"/>
          <ac:spMkLst>
            <pc:docMk/>
            <pc:sldMk cId="2843801760" sldId="269"/>
            <ac:spMk id="8" creationId="{2B248F85-DBA9-4E75-8875-2BEC6179F096}"/>
          </ac:spMkLst>
        </pc:spChg>
        <pc:spChg chg="add mod">
          <ac:chgData name="Hoàng Nguyễn" userId="d51f46e73497885a" providerId="Windows Live" clId="Web-{B0446A1E-06C5-4139-9465-CFB0E313EC23}" dt="2020-07-11T08:32:58.401" v="238" actId="20577"/>
          <ac:spMkLst>
            <pc:docMk/>
            <pc:sldMk cId="2843801760" sldId="269"/>
            <ac:spMk id="9" creationId="{FDB05B91-6343-43E3-9AB0-510A3C1C36BE}"/>
          </ac:spMkLst>
        </pc:spChg>
        <pc:picChg chg="add mod">
          <ac:chgData name="Hoàng Nguyễn" userId="d51f46e73497885a" providerId="Windows Live" clId="Web-{B0446A1E-06C5-4139-9465-CFB0E313EC23}" dt="2020-07-11T08:28:00.994" v="39" actId="1076"/>
          <ac:picMkLst>
            <pc:docMk/>
            <pc:sldMk cId="2843801760" sldId="269"/>
            <ac:picMk id="5" creationId="{15A7C5C1-6650-4F9F-A8D5-040048640466}"/>
          </ac:picMkLst>
        </pc:picChg>
        <pc:picChg chg="add mod">
          <ac:chgData name="Hoàng Nguyễn" userId="d51f46e73497885a" providerId="Windows Live" clId="Web-{B0446A1E-06C5-4139-9465-CFB0E313EC23}" dt="2020-07-11T08:28:14.870" v="41" actId="1076"/>
          <ac:picMkLst>
            <pc:docMk/>
            <pc:sldMk cId="2843801760" sldId="269"/>
            <ac:picMk id="6" creationId="{38417DA3-E65C-4D5E-9BB4-C59C95EC6CEA}"/>
          </ac:picMkLst>
        </pc:picChg>
        <pc:picChg chg="add mod">
          <ac:chgData name="Hoàng Nguyễn" userId="d51f46e73497885a" providerId="Windows Live" clId="Web-{B0446A1E-06C5-4139-9465-CFB0E313EC23}" dt="2020-07-11T08:28:05.432" v="40" actId="1076"/>
          <ac:picMkLst>
            <pc:docMk/>
            <pc:sldMk cId="2843801760" sldId="269"/>
            <ac:picMk id="7" creationId="{C1E805C1-56AA-4D1B-8611-2DFDBA53674B}"/>
          </ac:picMkLst>
        </pc:picChg>
      </pc:sldChg>
      <pc:sldChg chg="addSp delSp modSp add ord replId addAnim delAnim">
        <pc:chgData name="Hoàng Nguyễn" userId="d51f46e73497885a" providerId="Windows Live" clId="Web-{B0446A1E-06C5-4139-9465-CFB0E313EC23}" dt="2020-07-11T09:22:21.657" v="1239"/>
        <pc:sldMkLst>
          <pc:docMk/>
          <pc:sldMk cId="1424057063" sldId="270"/>
        </pc:sldMkLst>
        <pc:spChg chg="add">
          <ac:chgData name="Hoàng Nguyễn" userId="d51f46e73497885a" providerId="Windows Live" clId="Web-{B0446A1E-06C5-4139-9465-CFB0E313EC23}" dt="2020-07-11T09:22:21.657" v="1239"/>
          <ac:spMkLst>
            <pc:docMk/>
            <pc:sldMk cId="1424057063" sldId="270"/>
            <ac:spMk id="3" creationId="{77C6424A-756A-45CA-8E35-B2405987881C}"/>
          </ac:spMkLst>
        </pc:spChg>
        <pc:spChg chg="mod">
          <ac:chgData name="Hoàng Nguyễn" userId="d51f46e73497885a" providerId="Windows Live" clId="Web-{B0446A1E-06C5-4139-9465-CFB0E313EC23}" dt="2020-07-11T09:21:13.200" v="1230" actId="20577"/>
          <ac:spMkLst>
            <pc:docMk/>
            <pc:sldMk cId="1424057063" sldId="270"/>
            <ac:spMk id="4" creationId="{62077CAF-0911-4288-8FCC-652B3AFF166F}"/>
          </ac:spMkLst>
        </pc:spChg>
        <pc:spChg chg="add del mod">
          <ac:chgData name="Hoàng Nguyễn" userId="d51f46e73497885a" providerId="Windows Live" clId="Web-{B0446A1E-06C5-4139-9465-CFB0E313EC23}" dt="2020-07-11T09:21:48.342" v="1238"/>
          <ac:spMkLst>
            <pc:docMk/>
            <pc:sldMk cId="1424057063" sldId="270"/>
            <ac:spMk id="5" creationId="{EE2142C6-AE5B-412C-ABD4-087C122CE12F}"/>
          </ac:spMkLst>
        </pc:spChg>
      </pc:sldChg>
      <pc:sldMasterChg chg="modTransition modSldLayout">
        <pc:chgData name="Hoàng Nguyễn" userId="d51f46e73497885a" providerId="Windows Live" clId="Web-{B0446A1E-06C5-4139-9465-CFB0E313EC23}" dt="2020-07-11T09:03:39.939" v="1075"/>
        <pc:sldMasterMkLst>
          <pc:docMk/>
          <pc:sldMasterMk cId="2346251051" sldId="2147483648"/>
        </pc:sldMasterMkLst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659756515" sldId="214748364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86876825" sldId="2147483650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602678805" sldId="2147483651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527791066" sldId="2147483652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971016106" sldId="2147483653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758111529" sldId="2147483654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02416926" sldId="2147483655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69764688" sldId="2147483656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769637093" sldId="2147483657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012076707" sldId="2147483658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445927127" sldId="214748365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673943605" sldId="2147483660"/>
          </pc:sldLayoutMkLst>
        </pc:sldLayoutChg>
      </pc:sldMasterChg>
    </pc:docChg>
  </pc:docChgLst>
  <pc:docChgLst>
    <pc:chgData name="Hoàng Nguyễn" userId="d51f46e73497885a" providerId="Windows Live" clId="Web-{DACF1B35-9E9A-4D86-A819-930F6871A9EE}"/>
    <pc:docChg chg="addSld delSld modSld">
      <pc:chgData name="Hoàng Nguyễn" userId="d51f46e73497885a" providerId="Windows Live" clId="Web-{DACF1B35-9E9A-4D86-A819-930F6871A9EE}" dt="2020-07-11T12:15:37.253" v="343" actId="20577"/>
      <pc:docMkLst>
        <pc:docMk/>
      </pc:docMkLst>
      <pc:sldChg chg="del">
        <pc:chgData name="Hoàng Nguyễn" userId="d51f46e73497885a" providerId="Windows Live" clId="Web-{DACF1B35-9E9A-4D86-A819-930F6871A9EE}" dt="2020-07-11T12:09:48.419" v="1"/>
        <pc:sldMkLst>
          <pc:docMk/>
          <pc:sldMk cId="4010278615" sldId="258"/>
        </pc:sldMkLst>
      </pc:sldChg>
      <pc:sldChg chg="modSp">
        <pc:chgData name="Hoàng Nguyễn" userId="d51f46e73497885a" providerId="Windows Live" clId="Web-{DACF1B35-9E9A-4D86-A819-930F6871A9EE}" dt="2020-07-11T12:10:13.576" v="56" actId="20577"/>
        <pc:sldMkLst>
          <pc:docMk/>
          <pc:sldMk cId="1424057063" sldId="270"/>
        </pc:sldMkLst>
        <pc:spChg chg="mod">
          <ac:chgData name="Hoàng Nguyễn" userId="d51f46e73497885a" providerId="Windows Live" clId="Web-{DACF1B35-9E9A-4D86-A819-930F6871A9EE}" dt="2020-07-11T12:10:13.576" v="56" actId="20577"/>
          <ac:spMkLst>
            <pc:docMk/>
            <pc:sldMk cId="1424057063" sldId="270"/>
            <ac:spMk id="4" creationId="{62077CAF-0911-4288-8FCC-652B3AFF166F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1:26.362" v="88" actId="20577"/>
        <pc:sldMkLst>
          <pc:docMk/>
          <pc:sldMk cId="1181773150" sldId="271"/>
        </pc:sldMkLst>
        <pc:spChg chg="mod">
          <ac:chgData name="Hoàng Nguyễn" userId="d51f46e73497885a" providerId="Windows Live" clId="Web-{DACF1B35-9E9A-4D86-A819-930F6871A9EE}" dt="2020-07-11T12:11:03.626" v="84" actId="20577"/>
          <ac:spMkLst>
            <pc:docMk/>
            <pc:sldMk cId="1181773150" sldId="271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1:26.362" v="88" actId="20577"/>
          <ac:spMkLst>
            <pc:docMk/>
            <pc:sldMk cId="1181773150" sldId="271"/>
            <ac:spMk id="5" creationId="{49DF0F19-26D9-4EB6-AC5C-5BD3E9B23565}"/>
          </ac:spMkLst>
        </pc:spChg>
        <pc:spChg chg="del">
          <ac:chgData name="Hoàng Nguyễn" userId="d51f46e73497885a" providerId="Windows Live" clId="Web-{DACF1B35-9E9A-4D86-A819-930F6871A9EE}" dt="2020-07-11T12:10:46.500" v="65"/>
          <ac:spMkLst>
            <pc:docMk/>
            <pc:sldMk cId="1181773150" sldId="271"/>
            <ac:spMk id="7" creationId="{86A5D8B9-DF03-46E4-A576-F299FDB7A5E7}"/>
          </ac:spMkLst>
        </pc:spChg>
        <pc:spChg chg="del">
          <ac:chgData name="Hoàng Nguyễn" userId="d51f46e73497885a" providerId="Windows Live" clId="Web-{DACF1B35-9E9A-4D86-A819-930F6871A9EE}" dt="2020-07-11T12:10:45.141" v="64"/>
          <ac:spMkLst>
            <pc:docMk/>
            <pc:sldMk cId="1181773150" sldId="271"/>
            <ac:spMk id="9" creationId="{177CCB8B-53B7-4133-94D3-4A241E2079CB}"/>
          </ac:spMkLst>
        </pc:spChg>
        <pc:spChg chg="del">
          <ac:chgData name="Hoàng Nguyễn" userId="d51f46e73497885a" providerId="Windows Live" clId="Web-{DACF1B35-9E9A-4D86-A819-930F6871A9EE}" dt="2020-07-11T12:10:43.547" v="63"/>
          <ac:spMkLst>
            <pc:docMk/>
            <pc:sldMk cId="1181773150" sldId="271"/>
            <ac:spMk id="11" creationId="{B669DE82-0268-41C8-81D6-DE60A1A63AC2}"/>
          </ac:spMkLst>
        </pc:spChg>
        <pc:spChg chg="del">
          <ac:chgData name="Hoàng Nguyễn" userId="d51f46e73497885a" providerId="Windows Live" clId="Web-{DACF1B35-9E9A-4D86-A819-930F6871A9EE}" dt="2020-07-11T12:10:43.313" v="62"/>
          <ac:spMkLst>
            <pc:docMk/>
            <pc:sldMk cId="1181773150" sldId="271"/>
            <ac:spMk id="13" creationId="{80F86D54-F129-42C0-9505-96B1082CDCCB}"/>
          </ac:spMkLst>
        </pc:spChg>
        <pc:spChg chg="mod">
          <ac:chgData name="Hoàng Nguyễn" userId="d51f46e73497885a" providerId="Windows Live" clId="Web-{DACF1B35-9E9A-4D86-A819-930F6871A9EE}" dt="2020-07-11T12:10:41.828" v="60" actId="20577"/>
          <ac:spMkLst>
            <pc:docMk/>
            <pc:sldMk cId="1181773150" sldId="271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5:37.253" v="342" actId="20577"/>
        <pc:sldMkLst>
          <pc:docMk/>
          <pc:sldMk cId="3929879675" sldId="272"/>
        </pc:sldMkLst>
        <pc:spChg chg="mod">
          <ac:chgData name="Hoàng Nguyễn" userId="d51f46e73497885a" providerId="Windows Live" clId="Web-{DACF1B35-9E9A-4D86-A819-930F6871A9EE}" dt="2020-07-11T12:15:37.253" v="342" actId="20577"/>
          <ac:spMkLst>
            <pc:docMk/>
            <pc:sldMk cId="3929879675" sldId="272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3:28.448" v="126" actId="20577"/>
          <ac:spMkLst>
            <pc:docMk/>
            <pc:sldMk cId="3929879675" sldId="272"/>
            <ac:spMk id="4" creationId="{62077CAF-0911-4288-8FCC-652B3AFF166F}"/>
          </ac:spMkLst>
        </pc:spChg>
        <pc:spChg chg="del">
          <ac:chgData name="Hoàng Nguyễn" userId="d51f46e73497885a" providerId="Windows Live" clId="Web-{DACF1B35-9E9A-4D86-A819-930F6871A9EE}" dt="2020-07-11T12:14:11.732" v="153"/>
          <ac:spMkLst>
            <pc:docMk/>
            <pc:sldMk cId="3929879675" sldId="272"/>
            <ac:spMk id="5" creationId="{49DF0F19-26D9-4EB6-AC5C-5BD3E9B23565}"/>
          </ac:spMkLst>
        </pc:spChg>
      </pc:sldChg>
    </pc:docChg>
  </pc:docChgLst>
  <pc:docChgLst>
    <pc:chgData name="Hoàng Nguyễn" userId="d51f46e73497885a" providerId="Windows Live" clId="Web-{2121FEDF-8A82-4D95-9453-9332A1D92197}"/>
    <pc:docChg chg="modSld">
      <pc:chgData name="Hoàng Nguyễn" userId="d51f46e73497885a" providerId="Windows Live" clId="Web-{2121FEDF-8A82-4D95-9453-9332A1D92197}" dt="2020-07-11T09:34:13.459" v="72"/>
      <pc:docMkLst>
        <pc:docMk/>
      </pc:docMkLst>
      <pc:sldChg chg="addSp modSp addAnim delAnim modAnim">
        <pc:chgData name="Hoàng Nguyễn" userId="d51f46e73497885a" providerId="Windows Live" clId="Web-{2121FEDF-8A82-4D95-9453-9332A1D92197}" dt="2020-07-11T09:34:13.459" v="72"/>
        <pc:sldMkLst>
          <pc:docMk/>
          <pc:sldMk cId="1424057063" sldId="270"/>
        </pc:sldMkLst>
        <pc:spChg chg="mod">
          <ac:chgData name="Hoàng Nguyễn" userId="d51f46e73497885a" providerId="Windows Live" clId="Web-{2121FEDF-8A82-4D95-9453-9332A1D92197}" dt="2020-07-11T09:24:10.189" v="7" actId="20577"/>
          <ac:spMkLst>
            <pc:docMk/>
            <pc:sldMk cId="1424057063" sldId="270"/>
            <ac:spMk id="3" creationId="{77C6424A-756A-45CA-8E35-B2405987881C}"/>
          </ac:spMkLst>
        </pc:spChg>
        <pc:spChg chg="add mod">
          <ac:chgData name="Hoàng Nguyễn" userId="d51f46e73497885a" providerId="Windows Live" clId="Web-{2121FEDF-8A82-4D95-9453-9332A1D92197}" dt="2020-07-11T09:24:56.549" v="16" actId="14100"/>
          <ac:spMkLst>
            <pc:docMk/>
            <pc:sldMk cId="1424057063" sldId="270"/>
            <ac:spMk id="5" creationId="{49DF0F19-26D9-4EB6-AC5C-5BD3E9B23565}"/>
          </ac:spMkLst>
        </pc:spChg>
        <pc:spChg chg="add mod">
          <ac:chgData name="Hoàng Nguyễn" userId="d51f46e73497885a" providerId="Windows Live" clId="Web-{2121FEDF-8A82-4D95-9453-9332A1D92197}" dt="2020-07-11T09:25:40.659" v="25" actId="20577"/>
          <ac:spMkLst>
            <pc:docMk/>
            <pc:sldMk cId="1424057063" sldId="270"/>
            <ac:spMk id="7" creationId="{86A5D8B9-DF03-46E4-A576-F299FDB7A5E7}"/>
          </ac:spMkLst>
        </pc:spChg>
        <pc:spChg chg="add mod">
          <ac:chgData name="Hoàng Nguyễn" userId="d51f46e73497885a" providerId="Windows Live" clId="Web-{2121FEDF-8A82-4D95-9453-9332A1D92197}" dt="2020-07-11T09:26:41.347" v="39" actId="20577"/>
          <ac:spMkLst>
            <pc:docMk/>
            <pc:sldMk cId="1424057063" sldId="270"/>
            <ac:spMk id="9" creationId="{177CCB8B-53B7-4133-94D3-4A241E2079CB}"/>
          </ac:spMkLst>
        </pc:spChg>
        <pc:spChg chg="add mod">
          <ac:chgData name="Hoàng Nguyễn" userId="d51f46e73497885a" providerId="Windows Live" clId="Web-{2121FEDF-8A82-4D95-9453-9332A1D92197}" dt="2020-07-11T09:27:23.786" v="50" actId="20577"/>
          <ac:spMkLst>
            <pc:docMk/>
            <pc:sldMk cId="1424057063" sldId="270"/>
            <ac:spMk id="11" creationId="{B669DE82-0268-41C8-81D6-DE60A1A63AC2}"/>
          </ac:spMkLst>
        </pc:spChg>
        <pc:spChg chg="add mod">
          <ac:chgData name="Hoàng Nguyễn" userId="d51f46e73497885a" providerId="Windows Live" clId="Web-{2121FEDF-8A82-4D95-9453-9332A1D92197}" dt="2020-07-11T09:27:23.926" v="54" actId="20577"/>
          <ac:spMkLst>
            <pc:docMk/>
            <pc:sldMk cId="1424057063" sldId="270"/>
            <ac:spMk id="13" creationId="{80F86D54-F129-42C0-9505-96B1082CDCCB}"/>
          </ac:spMkLst>
        </pc:spChg>
        <pc:spChg chg="add mod">
          <ac:chgData name="Hoàng Nguyễn" userId="d51f46e73497885a" providerId="Windows Live" clId="Web-{2121FEDF-8A82-4D95-9453-9332A1D92197}" dt="2020-07-11T09:30:00.192" v="69" actId="14100"/>
          <ac:spMkLst>
            <pc:docMk/>
            <pc:sldMk cId="1424057063" sldId="270"/>
            <ac:spMk id="14" creationId="{FF711810-B0BC-4143-BC2B-1E1BA9D24E2A}"/>
          </ac:spMkLst>
        </pc:spChg>
      </pc:sldChg>
    </pc:docChg>
  </pc:docChgLst>
  <pc:docChgLst>
    <pc:chgData name="Hoàng Nguyễn" userId="d51f46e73497885a" providerId="Windows Live" clId="Web-{F151043A-B25D-4D3A-A184-1FAD938277FA}"/>
    <pc:docChg chg="addSld delSld modSld">
      <pc:chgData name="Hoàng Nguyễn" userId="d51f46e73497885a" providerId="Windows Live" clId="Web-{F151043A-B25D-4D3A-A184-1FAD938277FA}" dt="2020-07-11T14:17:32.398" v="1218" actId="20577"/>
      <pc:docMkLst>
        <pc:docMk/>
      </pc:docMkLst>
      <pc:sldChg chg="del">
        <pc:chgData name="Hoàng Nguyễn" userId="d51f46e73497885a" providerId="Windows Live" clId="Web-{F151043A-B25D-4D3A-A184-1FAD938277FA}" dt="2020-07-11T12:30:36.922" v="197"/>
        <pc:sldMkLst>
          <pc:docMk/>
          <pc:sldMk cId="4224509479" sldId="260"/>
        </pc:sldMkLst>
      </pc:sldChg>
      <pc:sldChg chg="del">
        <pc:chgData name="Hoàng Nguyễn" userId="d51f46e73497885a" providerId="Windows Live" clId="Web-{F151043A-B25D-4D3A-A184-1FAD938277FA}" dt="2020-07-11T12:30:32.031" v="194"/>
        <pc:sldMkLst>
          <pc:docMk/>
          <pc:sldMk cId="132884364" sldId="261"/>
        </pc:sldMkLst>
      </pc:sldChg>
      <pc:sldChg chg="del">
        <pc:chgData name="Hoàng Nguyễn" userId="d51f46e73497885a" providerId="Windows Live" clId="Web-{F151043A-B25D-4D3A-A184-1FAD938277FA}" dt="2020-07-11T12:30:30.469" v="193"/>
        <pc:sldMkLst>
          <pc:docMk/>
          <pc:sldMk cId="2224495804" sldId="262"/>
        </pc:sldMkLst>
      </pc:sldChg>
      <pc:sldChg chg="addSp modSp">
        <pc:chgData name="Hoàng Nguyễn" userId="d51f46e73497885a" providerId="Windows Live" clId="Web-{F151043A-B25D-4D3A-A184-1FAD938277FA}" dt="2020-07-11T13:00:47.915" v="241" actId="20577"/>
        <pc:sldMkLst>
          <pc:docMk/>
          <pc:sldMk cId="1527004159" sldId="263"/>
        </pc:sldMkLst>
        <pc:spChg chg="mod">
          <ac:chgData name="Hoàng Nguyễn" userId="d51f46e73497885a" providerId="Windows Live" clId="Web-{F151043A-B25D-4D3A-A184-1FAD938277FA}" dt="2020-07-11T13:00:03.806" v="215" actId="20577"/>
          <ac:spMkLst>
            <pc:docMk/>
            <pc:sldMk cId="1527004159" sldId="263"/>
            <ac:spMk id="2" creationId="{00000000-0000-0000-0000-000000000000}"/>
          </ac:spMkLst>
        </pc:spChg>
        <pc:spChg chg="add mod">
          <ac:chgData name="Hoàng Nguyễn" userId="d51f46e73497885a" providerId="Windows Live" clId="Web-{F151043A-B25D-4D3A-A184-1FAD938277FA}" dt="2020-07-11T13:00:47.915" v="241" actId="20577"/>
          <ac:spMkLst>
            <pc:docMk/>
            <pc:sldMk cId="1527004159" sldId="263"/>
            <ac:spMk id="3" creationId="{BF3F5286-930D-4F70-815F-5E21E46F64DB}"/>
          </ac:spMkLst>
        </pc:spChg>
      </pc:sldChg>
      <pc:sldChg chg="del">
        <pc:chgData name="Hoàng Nguyễn" userId="d51f46e73497885a" providerId="Windows Live" clId="Web-{F151043A-B25D-4D3A-A184-1FAD938277FA}" dt="2020-07-11T14:14:04.725" v="1059"/>
        <pc:sldMkLst>
          <pc:docMk/>
          <pc:sldMk cId="1800380133" sldId="264"/>
        </pc:sldMkLst>
      </pc:sldChg>
      <pc:sldChg chg="del">
        <pc:chgData name="Hoàng Nguyễn" userId="d51f46e73497885a" providerId="Windows Live" clId="Web-{F151043A-B25D-4D3A-A184-1FAD938277FA}" dt="2020-07-11T14:14:06.725" v="1060"/>
        <pc:sldMkLst>
          <pc:docMk/>
          <pc:sldMk cId="3197023440" sldId="265"/>
        </pc:sldMkLst>
      </pc:sldChg>
      <pc:sldChg chg="del">
        <pc:chgData name="Hoàng Nguyễn" userId="d51f46e73497885a" providerId="Windows Live" clId="Web-{F151043A-B25D-4D3A-A184-1FAD938277FA}" dt="2020-07-11T12:30:34.906" v="196"/>
        <pc:sldMkLst>
          <pc:docMk/>
          <pc:sldMk cId="3683544629" sldId="266"/>
        </pc:sldMkLst>
      </pc:sldChg>
      <pc:sldChg chg="del">
        <pc:chgData name="Hoàng Nguyễn" userId="d51f46e73497885a" providerId="Windows Live" clId="Web-{F151043A-B25D-4D3A-A184-1FAD938277FA}" dt="2020-07-11T12:30:33.469" v="195"/>
        <pc:sldMkLst>
          <pc:docMk/>
          <pc:sldMk cId="1315647518" sldId="268"/>
        </pc:sldMkLst>
      </pc:sldChg>
      <pc:sldChg chg="delSp delAnim">
        <pc:chgData name="Hoàng Nguyễn" userId="d51f46e73497885a" providerId="Windows Live" clId="Web-{F151043A-B25D-4D3A-A184-1FAD938277FA}" dt="2020-07-11T12:22:17.189" v="115"/>
        <pc:sldMkLst>
          <pc:docMk/>
          <pc:sldMk cId="1181773150" sldId="271"/>
        </pc:sldMkLst>
        <pc:spChg chg="del">
          <ac:chgData name="Hoàng Nguyễn" userId="d51f46e73497885a" providerId="Windows Live" clId="Web-{F151043A-B25D-4D3A-A184-1FAD938277FA}" dt="2020-07-11T12:22:17.189" v="115"/>
          <ac:spMkLst>
            <pc:docMk/>
            <pc:sldMk cId="1181773150" sldId="271"/>
            <ac:spMk id="14" creationId="{FF711810-B0BC-4143-BC2B-1E1BA9D24E2A}"/>
          </ac:spMkLst>
        </pc:spChg>
      </pc:sldChg>
      <pc:sldChg chg="delSp delAnim">
        <pc:chgData name="Hoàng Nguyễn" userId="d51f46e73497885a" providerId="Windows Live" clId="Web-{F151043A-B25D-4D3A-A184-1FAD938277FA}" dt="2020-07-11T12:22:08.080" v="114"/>
        <pc:sldMkLst>
          <pc:docMk/>
          <pc:sldMk cId="3929879675" sldId="272"/>
        </pc:sldMkLst>
        <pc:spChg chg="del">
          <ac:chgData name="Hoàng Nguyễn" userId="d51f46e73497885a" providerId="Windows Live" clId="Web-{F151043A-B25D-4D3A-A184-1FAD938277FA}" dt="2020-07-11T12:22:08.080" v="114"/>
          <ac:spMkLst>
            <pc:docMk/>
            <pc:sldMk cId="3929879675" sldId="272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F151043A-B25D-4D3A-A184-1FAD938277FA}" dt="2020-07-11T12:22:04.580" v="113"/>
        <pc:sldMkLst>
          <pc:docMk/>
          <pc:sldMk cId="2127855088" sldId="273"/>
        </pc:sldMkLst>
        <pc:spChg chg="mod">
          <ac:chgData name="Hoàng Nguyễn" userId="d51f46e73497885a" providerId="Windows Live" clId="Web-{F151043A-B25D-4D3A-A184-1FAD938277FA}" dt="2020-07-11T12:20:15.314" v="110" actId="20577"/>
          <ac:spMkLst>
            <pc:docMk/>
            <pc:sldMk cId="2127855088" sldId="273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19:00.689" v="1" actId="20577"/>
          <ac:spMkLst>
            <pc:docMk/>
            <pc:sldMk cId="2127855088" sldId="273"/>
            <ac:spMk id="4" creationId="{62077CAF-0911-4288-8FCC-652B3AFF166F}"/>
          </ac:spMkLst>
        </pc:spChg>
        <pc:spChg chg="del">
          <ac:chgData name="Hoàng Nguyễn" userId="d51f46e73497885a" providerId="Windows Live" clId="Web-{F151043A-B25D-4D3A-A184-1FAD938277FA}" dt="2020-07-11T12:22:04.580" v="113"/>
          <ac:spMkLst>
            <pc:docMk/>
            <pc:sldMk cId="2127855088" sldId="273"/>
            <ac:spMk id="14" creationId="{FF711810-B0BC-4143-BC2B-1E1BA9D24E2A}"/>
          </ac:spMkLst>
        </pc:spChg>
      </pc:sldChg>
      <pc:sldChg chg="addSp delSp modSp add replId addAnim delAnim modAnim">
        <pc:chgData name="Hoàng Nguyễn" userId="d51f46e73497885a" providerId="Windows Live" clId="Web-{F151043A-B25D-4D3A-A184-1FAD938277FA}" dt="2020-07-11T12:26:02.423" v="145"/>
        <pc:sldMkLst>
          <pc:docMk/>
          <pc:sldMk cId="933472951" sldId="274"/>
        </pc:sldMkLst>
        <pc:spChg chg="mod">
          <ac:chgData name="Hoàng Nguyễn" userId="d51f46e73497885a" providerId="Windows Live" clId="Web-{F151043A-B25D-4D3A-A184-1FAD938277FA}" dt="2020-07-11T12:25:15.127" v="121" actId="20577"/>
          <ac:spMkLst>
            <pc:docMk/>
            <pc:sldMk cId="933472951" sldId="274"/>
            <ac:spMk id="2" creationId="{00000000-0000-0000-0000-000000000000}"/>
          </ac:spMkLst>
        </pc:spChg>
        <pc:spChg chg="del">
          <ac:chgData name="Hoàng Nguyễn" userId="d51f46e73497885a" providerId="Windows Live" clId="Web-{F151043A-B25D-4D3A-A184-1FAD938277FA}" dt="2020-07-11T12:25:44.142" v="140"/>
          <ac:spMkLst>
            <pc:docMk/>
            <pc:sldMk cId="933472951" sldId="274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25:34.970" v="137" actId="20577"/>
          <ac:spMkLst>
            <pc:docMk/>
            <pc:sldMk cId="933472951" sldId="274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5:56.501" v="143" actId="14100"/>
          <ac:picMkLst>
            <pc:docMk/>
            <pc:sldMk cId="933472951" sldId="274"/>
            <ac:picMk id="5" creationId="{02F7713A-BB8A-42E4-85FD-17C6DE86CF0F}"/>
          </ac:picMkLst>
        </pc:picChg>
      </pc:sldChg>
      <pc:sldChg chg="addSp delSp modSp add replId delAnim">
        <pc:chgData name="Hoàng Nguyễn" userId="d51f46e73497885a" providerId="Windows Live" clId="Web-{F151043A-B25D-4D3A-A184-1FAD938277FA}" dt="2020-07-11T12:29:34.094" v="192" actId="14100"/>
        <pc:sldMkLst>
          <pc:docMk/>
          <pc:sldMk cId="1371938351" sldId="275"/>
        </pc:sldMkLst>
        <pc:spChg chg="mod">
          <ac:chgData name="Hoàng Nguyễn" userId="d51f46e73497885a" providerId="Windows Live" clId="Web-{F151043A-B25D-4D3A-A184-1FAD938277FA}" dt="2020-07-11T12:26:42.688" v="166" actId="20577"/>
          <ac:spMkLst>
            <pc:docMk/>
            <pc:sldMk cId="1371938351" sldId="275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9:34.094" v="192" actId="14100"/>
          <ac:picMkLst>
            <pc:docMk/>
            <pc:sldMk cId="1371938351" sldId="275"/>
            <ac:picMk id="3" creationId="{B099A295-820C-4430-9F81-14D51FE279E4}"/>
          </ac:picMkLst>
        </pc:picChg>
        <pc:picChg chg="del">
          <ac:chgData name="Hoàng Nguyễn" userId="d51f46e73497885a" providerId="Windows Live" clId="Web-{F151043A-B25D-4D3A-A184-1FAD938277FA}" dt="2020-07-11T12:26:44.845" v="168"/>
          <ac:picMkLst>
            <pc:docMk/>
            <pc:sldMk cId="1371938351" sldId="275"/>
            <ac:picMk id="5" creationId="{02F7713A-BB8A-42E4-85FD-17C6DE86CF0F}"/>
          </ac:picMkLst>
        </pc:picChg>
      </pc:sldChg>
      <pc:sldChg chg="addSp delSp modSp add replId">
        <pc:chgData name="Hoàng Nguyễn" userId="d51f46e73497885a" providerId="Windows Live" clId="Web-{F151043A-B25D-4D3A-A184-1FAD938277FA}" dt="2020-07-11T12:29:22.734" v="189" actId="14100"/>
        <pc:sldMkLst>
          <pc:docMk/>
          <pc:sldMk cId="126104299" sldId="276"/>
        </pc:sldMkLst>
        <pc:spChg chg="mod">
          <ac:chgData name="Hoàng Nguyễn" userId="d51f46e73497885a" providerId="Windows Live" clId="Web-{F151043A-B25D-4D3A-A184-1FAD938277FA}" dt="2020-07-11T12:28:46.938" v="177" actId="20577"/>
          <ac:spMkLst>
            <pc:docMk/>
            <pc:sldMk cId="126104299" sldId="276"/>
            <ac:spMk id="4" creationId="{62077CAF-0911-4288-8FCC-652B3AFF166F}"/>
          </ac:spMkLst>
        </pc:spChg>
        <pc:picChg chg="del">
          <ac:chgData name="Hoàng Nguyễn" userId="d51f46e73497885a" providerId="Windows Live" clId="Web-{F151043A-B25D-4D3A-A184-1FAD938277FA}" dt="2020-07-11T12:28:46.969" v="179"/>
          <ac:picMkLst>
            <pc:docMk/>
            <pc:sldMk cId="126104299" sldId="276"/>
            <ac:picMk id="3" creationId="{B099A295-820C-4430-9F81-14D51FE279E4}"/>
          </ac:picMkLst>
        </pc:picChg>
        <pc:picChg chg="add mod">
          <ac:chgData name="Hoàng Nguyễn" userId="d51f46e73497885a" providerId="Windows Live" clId="Web-{F151043A-B25D-4D3A-A184-1FAD938277FA}" dt="2020-07-11T12:29:22.734" v="189" actId="14100"/>
          <ac:picMkLst>
            <pc:docMk/>
            <pc:sldMk cId="126104299" sldId="276"/>
            <ac:picMk id="5" creationId="{42F8856C-42BE-4B37-919D-9B4F4CF6F3BB}"/>
          </ac:picMkLst>
        </pc:picChg>
      </pc:sldChg>
      <pc:sldChg chg="addSp delSp modSp add replId addAnim modAnim">
        <pc:chgData name="Hoàng Nguyễn" userId="d51f46e73497885a" providerId="Windows Live" clId="Web-{F151043A-B25D-4D3A-A184-1FAD938277FA}" dt="2020-07-11T14:10:07.303" v="834"/>
        <pc:sldMkLst>
          <pc:docMk/>
          <pc:sldMk cId="3664068880" sldId="277"/>
        </pc:sldMkLst>
        <pc:spChg chg="mod">
          <ac:chgData name="Hoàng Nguyễn" userId="d51f46e73497885a" providerId="Windows Live" clId="Web-{F151043A-B25D-4D3A-A184-1FAD938277FA}" dt="2020-07-11T13:01:02.494" v="254" actId="20577"/>
          <ac:spMkLst>
            <pc:docMk/>
            <pc:sldMk cId="3664068880" sldId="277"/>
            <ac:spMk id="2" creationId="{00000000-0000-0000-0000-000000000000}"/>
          </ac:spMkLst>
        </pc:spChg>
        <pc:spChg chg="del mod">
          <ac:chgData name="Hoàng Nguyễn" userId="d51f46e73497885a" providerId="Windows Live" clId="Web-{F151043A-B25D-4D3A-A184-1FAD938277FA}" dt="2020-07-11T14:00:30.469" v="260"/>
          <ac:spMkLst>
            <pc:docMk/>
            <pc:sldMk cId="3664068880" sldId="277"/>
            <ac:spMk id="3" creationId="{BF3F5286-930D-4F70-815F-5E21E46F64DB}"/>
          </ac:spMkLst>
        </pc:spChg>
        <pc:spChg chg="add mod">
          <ac:chgData name="Hoàng Nguyễn" userId="d51f46e73497885a" providerId="Windows Live" clId="Web-{F151043A-B25D-4D3A-A184-1FAD938277FA}" dt="2020-07-11T14:07:09.751" v="830" actId="20577"/>
          <ac:spMkLst>
            <pc:docMk/>
            <pc:sldMk cId="3664068880" sldId="277"/>
            <ac:spMk id="4" creationId="{CAC0FE78-96CC-4BC9-BB45-27A127E0A80B}"/>
          </ac:spMkLst>
        </pc:spChg>
      </pc:sldChg>
      <pc:sldChg chg="modSp add replId addAnim modAnim">
        <pc:chgData name="Hoàng Nguyễn" userId="d51f46e73497885a" providerId="Windows Live" clId="Web-{F151043A-B25D-4D3A-A184-1FAD938277FA}" dt="2020-07-11T14:12:40.975" v="1057"/>
        <pc:sldMkLst>
          <pc:docMk/>
          <pc:sldMk cId="3116802431" sldId="278"/>
        </pc:sldMkLst>
        <pc:spChg chg="mod">
          <ac:chgData name="Hoàng Nguyễn" userId="d51f46e73497885a" providerId="Windows Live" clId="Web-{F151043A-B25D-4D3A-A184-1FAD938277FA}" dt="2020-07-11T14:12:28.975" v="1053" actId="20577"/>
          <ac:spMkLst>
            <pc:docMk/>
            <pc:sldMk cId="3116802431" sldId="278"/>
            <ac:spMk id="4" creationId="{CAC0FE78-96CC-4BC9-BB45-27A127E0A80B}"/>
          </ac:spMkLst>
        </pc:spChg>
      </pc:sldChg>
      <pc:sldChg chg="modSp add replId">
        <pc:chgData name="Hoàng Nguyễn" userId="d51f46e73497885a" providerId="Windows Live" clId="Web-{F151043A-B25D-4D3A-A184-1FAD938277FA}" dt="2020-07-11T14:17:31.476" v="1216" actId="20577"/>
        <pc:sldMkLst>
          <pc:docMk/>
          <pc:sldMk cId="881570997" sldId="279"/>
        </pc:sldMkLst>
        <pc:spChg chg="mod">
          <ac:chgData name="Hoàng Nguyễn" userId="d51f46e73497885a" providerId="Windows Live" clId="Web-{F151043A-B25D-4D3A-A184-1FAD938277FA}" dt="2020-07-11T14:17:31.476" v="1216" actId="20577"/>
          <ac:spMkLst>
            <pc:docMk/>
            <pc:sldMk cId="881570997" sldId="279"/>
            <ac:spMk id="4" creationId="{CAC0FE78-96CC-4BC9-BB45-27A127E0A80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EAAF3-9831-450B-8D59-2C09DB96C8FC}" type="datetimeFigureOut">
              <a:rPr lang="en-US"/>
              <a:t>7/15/2020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34459-7356-44BF-850D-8B30C4FB3B6B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CD79-FC16-4410-AB61-17F26E6D3BC8}" type="datetimeFigureOut">
              <a:rPr lang="en-US"/>
              <a:t>7/15/2020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37BE-C303-496D-B5CD-85F2937540F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805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133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854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68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025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442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57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297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0249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01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568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89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522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9512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88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1009650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898" y="4511784"/>
            <a:ext cx="10096501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11" name="Picture 10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445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 rot="10800000">
            <a:off x="0" y="5645510"/>
            <a:ext cx="12192000" cy="63125"/>
            <a:chOff x="507492" y="1501519"/>
            <a:chExt cx="8129016" cy="6312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0" y="1143000"/>
            <a:ext cx="12192000" cy="63125"/>
            <a:chOff x="507492" y="1501519"/>
            <a:chExt cx="8129016" cy="63125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11" name="Picture Placeholder 10" title="An empty placeholder to add an image. Click on the placeholder and select the image that you wish to add"/>
          <p:cNvSpPr>
            <a:spLocks noGrp="1"/>
          </p:cNvSpPr>
          <p:nvPr>
            <p:ph type="pic" sz="quarter" idx="13"/>
          </p:nvPr>
        </p:nvSpPr>
        <p:spPr>
          <a:xfrm>
            <a:off x="6981063" y="1310656"/>
            <a:ext cx="5210937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/>
          <a:lstStyle>
            <a:lvl1pPr marL="0" indent="0" algn="ctr">
              <a:buNone/>
              <a:defRPr/>
            </a:lvl1pPr>
          </a:lstStyle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900" y="4511784"/>
            <a:ext cx="5734050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pic>
        <p:nvPicPr>
          <p:cNvPr id="10" name="Picture 9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5880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2514600"/>
            <a:ext cx="12192000" cy="3194035"/>
            <a:chOff x="647402" y="2514600"/>
            <a:chExt cx="10838688" cy="3194035"/>
          </a:xfrm>
        </p:grpSpPr>
        <p:grpSp>
          <p:nvGrpSpPr>
            <p:cNvPr id="9" name="Group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899" y="2971806"/>
            <a:ext cx="10071099" cy="1684150"/>
          </a:xfrm>
        </p:spPr>
        <p:txBody>
          <a:bodyPr anchor="ctr">
            <a:normAutofit/>
          </a:bodyPr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899" y="4655956"/>
            <a:ext cx="10071099" cy="5097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7" name="Picture 6" title="Ribbon tab"/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880" y="0"/>
            <a:ext cx="1783188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490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611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611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1848" y="1600199"/>
            <a:ext cx="5445252" cy="4572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4384548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 title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4654671" y="1600199"/>
            <a:ext cx="6430912" cy="4572001"/>
          </a:xfrm>
        </p:spPr>
        <p:txBody>
          <a:bodyPr tIns="118872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3396996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72600" y="365125"/>
            <a:ext cx="17145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4900" y="365125"/>
            <a:ext cx="8098896" cy="5811838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grpSp>
        <p:nvGrpSpPr>
          <p:cNvPr id="7" name="Group 6"/>
          <p:cNvGrpSpPr/>
          <p:nvPr/>
        </p:nvGrpSpPr>
        <p:grpSpPr>
          <a:xfrm rot="5400000">
            <a:off x="6514047" y="3228843"/>
            <a:ext cx="5632704" cy="84403"/>
            <a:chOff x="1073150" y="1219201"/>
            <a:chExt cx="10058400" cy="63125"/>
          </a:xfrm>
        </p:grpSpPr>
        <p:cxnSp>
          <p:nvCxnSpPr>
            <p:cNvPr id="8" name="Straight Connector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  <a:p>
            <a:pPr lvl="5"/>
            <a:r>
              <a:t>Sixth level</a:t>
            </a:r>
          </a:p>
          <a:p>
            <a:pPr lvl="6"/>
            <a:r>
              <a:t>Seventh level</a:t>
            </a:r>
          </a:p>
          <a:p>
            <a:pPr lvl="7"/>
            <a:r>
              <a:t>Eighth level</a:t>
            </a:r>
          </a:p>
          <a:p>
            <a:pPr lvl="8"/>
            <a:r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7/15/2020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5" descr="Ảnh có chứa vẽ&#10;&#10;Mô tả được tự động tạo">
            <a:extLst>
              <a:ext uri="{FF2B5EF4-FFF2-40B4-BE49-F238E27FC236}">
                <a16:creationId xmlns:a16="http://schemas.microsoft.com/office/drawing/2014/main" id="{15A7C5C1-6650-4F9F-A8D5-040048640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926" y="98379"/>
            <a:ext cx="7058025" cy="1076325"/>
          </a:xfrm>
          <a:prstGeom prst="rect">
            <a:avLst/>
          </a:prstGeom>
        </p:spPr>
      </p:pic>
      <p:pic>
        <p:nvPicPr>
          <p:cNvPr id="6" name="Hình ảnh 6" descr="Ảnh có chứa vẽ, thực phẩm, ký hiệu&#10;&#10;Mô tả được tự động tạo">
            <a:extLst>
              <a:ext uri="{FF2B5EF4-FFF2-40B4-BE49-F238E27FC236}">
                <a16:creationId xmlns:a16="http://schemas.microsoft.com/office/drawing/2014/main" id="{38417DA3-E65C-4D5E-9BB4-C59C95EC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3" y="263502"/>
            <a:ext cx="714375" cy="904875"/>
          </a:xfrm>
          <a:prstGeom prst="rect">
            <a:avLst/>
          </a:prstGeom>
        </p:spPr>
      </p:pic>
      <p:pic>
        <p:nvPicPr>
          <p:cNvPr id="7" name="Hình ảnh 7" descr="Ảnh có chứa vẽ&#10;&#10;Mô tả được tự động tạo">
            <a:extLst>
              <a:ext uri="{FF2B5EF4-FFF2-40B4-BE49-F238E27FC236}">
                <a16:creationId xmlns:a16="http://schemas.microsoft.com/office/drawing/2014/main" id="{C1E805C1-56AA-4D1B-8611-2DFDBA536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610" y="261764"/>
            <a:ext cx="790575" cy="790575"/>
          </a:xfrm>
          <a:prstGeom prst="rect">
            <a:avLst/>
          </a:prstGeom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2B248F85-DBA9-4E75-8875-2BEC6179F096}"/>
              </a:ext>
            </a:extLst>
          </p:cNvPr>
          <p:cNvSpPr txBox="1"/>
          <p:nvPr/>
        </p:nvSpPr>
        <p:spPr>
          <a:xfrm>
            <a:off x="1654152" y="2605261"/>
            <a:ext cx="8883695" cy="16466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700" b="1">
                <a:latin typeface="Times New Roman" panose="02020603050405020304" pitchFamily="18" charset="0"/>
                <a:cs typeface="Times New Roman" panose="02020603050405020304" pitchFamily="18" charset="0"/>
              </a:rPr>
              <a:t>BÁO CÁO KHÓA LUẬN TỐT NGHIỆP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 DỰNG WEBSITE HỌC TIẾNG NHẬT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FDB05B91-6343-43E3-9AB0-510A3C1C36BE}"/>
              </a:ext>
            </a:extLst>
          </p:cNvPr>
          <p:cNvSpPr txBox="1"/>
          <p:nvPr/>
        </p:nvSpPr>
        <p:spPr>
          <a:xfrm>
            <a:off x="5291728" y="5519773"/>
            <a:ext cx="6892483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Sinh viên thực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hiện: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Nguyễn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Việt Hoàng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16110076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Hứa Văn Lâm - 16110133</a:t>
            </a:r>
          </a:p>
          <a:p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GVHD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             Ths. Trần Công Tú</a:t>
            </a:r>
          </a:p>
          <a:p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8017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err="1">
                <a:latin typeface="Times New Roman"/>
                <a:cs typeface="Times New Roman"/>
              </a:rPr>
              <a:t>Nội</a:t>
            </a:r>
            <a:r>
              <a:rPr lang="en-US" sz="4000">
                <a:latin typeface="Times New Roman"/>
                <a:cs typeface="Times New Roman"/>
              </a:rPr>
              <a:t> dung </a:t>
            </a:r>
            <a:r>
              <a:rPr lang="en-US" sz="4000" err="1">
                <a:latin typeface="Times New Roman"/>
                <a:cs typeface="Times New Roman"/>
              </a:rPr>
              <a:t>trình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bày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Giới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thiệu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Khảo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sát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hiện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trạng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 smtClean="0">
                <a:latin typeface="Times New Roman"/>
                <a:cs typeface="Times New Roman"/>
              </a:rPr>
              <a:t>Thiết</a:t>
            </a:r>
            <a:r>
              <a:rPr lang="en-US" sz="2800" dirty="0" smtClean="0">
                <a:latin typeface="Times New Roman"/>
                <a:cs typeface="Times New Roman"/>
              </a:rPr>
              <a:t> </a:t>
            </a:r>
            <a:r>
              <a:rPr lang="en-US" sz="2800" dirty="0" err="1" smtClean="0">
                <a:latin typeface="Times New Roman"/>
                <a:cs typeface="Times New Roman"/>
              </a:rPr>
              <a:t>kế</a:t>
            </a:r>
            <a:r>
              <a:rPr lang="en-US" sz="2800" dirty="0" smtClean="0">
                <a:latin typeface="Times New Roman"/>
                <a:cs typeface="Times New Roman"/>
              </a:rPr>
              <a:t> CSDL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Thiết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kế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giao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diện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và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xử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lý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>
                <a:latin typeface="Times New Roman"/>
                <a:cs typeface="Times New Roman"/>
              </a:rPr>
              <a:t>Demo</a:t>
            </a: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luận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endParaRPr lang="en-US" dirty="0">
              <a:latin typeface="Times New Roman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25530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>
                <a:latin typeface="Times New Roman"/>
                <a:cs typeface="Times New Roman"/>
              </a:rPr>
              <a:t>Tính cấp thiết của đề tài: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Ngoại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ngữ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đóng</a:t>
            </a:r>
            <a:r>
              <a:rPr lang="vi-VN" sz="2000">
                <a:latin typeface="Times New Roman"/>
                <a:cs typeface="Times New Roman"/>
              </a:rPr>
              <a:t> vai </a:t>
            </a:r>
            <a:r>
              <a:rPr lang="vi-VN" sz="2000" err="1">
                <a:latin typeface="Times New Roman"/>
                <a:cs typeface="Times New Roman"/>
              </a:rPr>
              <a:t>trò</a:t>
            </a:r>
            <a:r>
              <a:rPr lang="vi-VN" sz="2000">
                <a:latin typeface="Times New Roman"/>
                <a:cs typeface="Times New Roman"/>
              </a:rPr>
              <a:t> quan </a:t>
            </a:r>
            <a:r>
              <a:rPr lang="vi-VN" sz="2000" err="1">
                <a:latin typeface="Times New Roman"/>
                <a:cs typeface="Times New Roman"/>
              </a:rPr>
              <a:t>trọng</a:t>
            </a:r>
            <a:endParaRPr lang="vi-VN" sz="2000">
              <a:latin typeface="Times New Roman"/>
              <a:cs typeface="Times New Roman"/>
            </a:endParaRP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Tiếng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lựa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chọn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phù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hợp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tiếp</a:t>
            </a:r>
            <a:r>
              <a:rPr lang="vi-VN" sz="2000">
                <a:latin typeface="Times New Roman"/>
                <a:cs typeface="Times New Roman"/>
              </a:rPr>
              <a:t> theo </a:t>
            </a:r>
            <a:r>
              <a:rPr lang="vi-VN" sz="2000" err="1">
                <a:latin typeface="Times New Roman"/>
                <a:cs typeface="Times New Roman"/>
              </a:rPr>
              <a:t>mà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chúng</a:t>
            </a:r>
            <a:r>
              <a:rPr lang="vi-VN" sz="2000">
                <a:latin typeface="Times New Roman"/>
                <a:cs typeface="Times New Roman"/>
              </a:rPr>
              <a:t> ta </a:t>
            </a:r>
            <a:r>
              <a:rPr lang="vi-VN" sz="2000" err="1">
                <a:latin typeface="Times New Roman"/>
                <a:cs typeface="Times New Roman"/>
              </a:rPr>
              <a:t>có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thể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hướng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đến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86A5D8B9-DF03-46E4-A576-F299FDB7A5E7}"/>
              </a:ext>
            </a:extLst>
          </p:cNvPr>
          <p:cNvSpPr txBox="1"/>
          <p:nvPr/>
        </p:nvSpPr>
        <p:spPr>
          <a:xfrm>
            <a:off x="1103509" y="2975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do: </a:t>
            </a:r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177CCB8B-53B7-4133-94D3-4A241E2079CB}"/>
              </a:ext>
            </a:extLst>
          </p:cNvPr>
          <p:cNvSpPr txBox="1"/>
          <p:nvPr/>
        </p:nvSpPr>
        <p:spPr>
          <a:xfrm>
            <a:off x="1103509" y="3431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>
                <a:latin typeface="Times New Roman"/>
                <a:cs typeface="Times New Roman"/>
              </a:rPr>
              <a:t>Tăng thêm cơ </a:t>
            </a:r>
            <a:r>
              <a:rPr lang="vi-VN" sz="2000" err="1">
                <a:latin typeface="Times New Roman"/>
                <a:cs typeface="Times New Roman"/>
              </a:rPr>
              <a:t>hội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việc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làm</a:t>
            </a:r>
            <a:r>
              <a:rPr lang="vi-VN" sz="2000">
                <a:latin typeface="Times New Roman"/>
                <a:cs typeface="Times New Roman"/>
              </a:rPr>
              <a:t>, </a:t>
            </a:r>
            <a:r>
              <a:rPr lang="vi-VN" sz="2000" err="1">
                <a:latin typeface="Times New Roman"/>
                <a:cs typeface="Times New Roman"/>
              </a:rPr>
              <a:t>mức</a:t>
            </a:r>
            <a:r>
              <a:rPr lang="vi-VN" sz="2000">
                <a:latin typeface="Times New Roman"/>
                <a:cs typeface="Times New Roman"/>
              </a:rPr>
              <a:t> lương </a:t>
            </a:r>
            <a:r>
              <a:rPr lang="vi-VN" sz="2000" err="1">
                <a:latin typeface="Times New Roman"/>
                <a:cs typeface="Times New Roman"/>
              </a:rPr>
              <a:t>thưởng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hấp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dẫn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B669DE82-0268-41C8-81D6-DE60A1A63AC2}"/>
              </a:ext>
            </a:extLst>
          </p:cNvPr>
          <p:cNvSpPr txBox="1"/>
          <p:nvPr/>
        </p:nvSpPr>
        <p:spPr>
          <a:xfrm>
            <a:off x="1103509" y="3833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err="1">
                <a:latin typeface="Times New Roman"/>
                <a:cs typeface="Times New Roman"/>
              </a:rPr>
              <a:t>Hiểu</a:t>
            </a:r>
            <a:r>
              <a:rPr lang="vi-VN" sz="2000">
                <a:latin typeface="Times New Roman"/>
                <a:cs typeface="Times New Roman"/>
              </a:rPr>
              <a:t> thêm văn </a:t>
            </a:r>
            <a:r>
              <a:rPr lang="vi-VN" sz="2000" err="1">
                <a:latin typeface="Times New Roman"/>
                <a:cs typeface="Times New Roman"/>
              </a:rPr>
              <a:t>hoá</a:t>
            </a:r>
            <a:r>
              <a:rPr lang="vi-VN" sz="2000">
                <a:latin typeface="Times New Roman"/>
                <a:cs typeface="Times New Roman"/>
              </a:rPr>
              <a:t>, </a:t>
            </a:r>
            <a:r>
              <a:rPr lang="vi-VN" sz="2000" err="1">
                <a:latin typeface="Times New Roman"/>
                <a:cs typeface="Times New Roman"/>
              </a:rPr>
              <a:t>lịch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</a:t>
            </a:r>
            <a:r>
              <a:rPr lang="vi-VN" sz="2000">
                <a:latin typeface="Times New Roman"/>
                <a:cs typeface="Times New Roman"/>
              </a:rPr>
              <a:t>, con </a:t>
            </a:r>
            <a:r>
              <a:rPr lang="vi-VN" sz="2000" err="1">
                <a:latin typeface="Times New Roman"/>
                <a:cs typeface="Times New Roman"/>
              </a:rPr>
              <a:t>người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80F86D54-F129-42C0-9505-96B1082CDCCB}"/>
              </a:ext>
            </a:extLst>
          </p:cNvPr>
          <p:cNvSpPr txBox="1"/>
          <p:nvPr/>
        </p:nvSpPr>
        <p:spPr>
          <a:xfrm>
            <a:off x="1103509" y="4235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dirty="0">
                <a:latin typeface="Times New Roman"/>
                <a:cs typeface="Times New Roman"/>
              </a:rPr>
              <a:t>Có những nét tương đồng giữa hai nước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FF711810-B0BC-4143-BC2B-1E1BA9D24E2A}"/>
              </a:ext>
            </a:extLst>
          </p:cNvPr>
          <p:cNvSpPr txBox="1"/>
          <p:nvPr/>
        </p:nvSpPr>
        <p:spPr>
          <a:xfrm>
            <a:off x="1103509" y="4635407"/>
            <a:ext cx="9973856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sz="2000" dirty="0">
                <a:ea typeface="+mn-lt"/>
                <a:cs typeface="+mn-lt"/>
              </a:rPr>
              <a:t>⇒ </a:t>
            </a:r>
            <a:r>
              <a:rPr lang="vi-VN" sz="2000" dirty="0">
                <a:latin typeface="Times New Roman"/>
                <a:cs typeface="Times New Roman"/>
              </a:rPr>
              <a:t>Vì vậy để có được một cách tự chủ trong việc học tập tiếng Nhật ta rất cần một ứng dụng để hiện thực hoá điều này, mà ở đó có thể giúp ta phát triển vốn ngôn ngữ của bản thân. </a:t>
            </a:r>
            <a:endParaRPr lang="vi-VN" sz="2000" dirty="0">
              <a:ea typeface="+mn-lt"/>
              <a:cs typeface="+mn-lt"/>
            </a:endParaRPr>
          </a:p>
          <a:p>
            <a:pPr algn="l"/>
            <a:endParaRPr lang="vi-VN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570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  <p:bldP spid="7" grpId="0"/>
      <p:bldP spid="9" grpId="0"/>
      <p:bldP spid="11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 err="1">
                <a:latin typeface="Times New Roman"/>
                <a:cs typeface="Times New Roman"/>
              </a:rPr>
              <a:t>Mục</a:t>
            </a:r>
            <a:r>
              <a:rPr lang="vi-VN" sz="2800">
                <a:latin typeface="Times New Roman"/>
                <a:cs typeface="Times New Roman"/>
              </a:rPr>
              <a:t> tiêu </a:t>
            </a:r>
            <a:r>
              <a:rPr lang="vi-VN" sz="2800" err="1">
                <a:latin typeface="Times New Roman"/>
                <a:cs typeface="Times New Roman"/>
              </a:rPr>
              <a:t>đề</a:t>
            </a:r>
            <a:r>
              <a:rPr lang="vi-VN" sz="2800">
                <a:latin typeface="Times New Roman"/>
                <a:cs typeface="Times New Roman"/>
              </a:rPr>
              <a:t> </a:t>
            </a:r>
            <a:r>
              <a:rPr lang="vi-VN" sz="2800" err="1">
                <a:latin typeface="Times New Roman"/>
                <a:cs typeface="Times New Roman"/>
              </a:rPr>
              <a:t>tài</a:t>
            </a:r>
            <a:r>
              <a:rPr lang="vi-VN" sz="2800">
                <a:latin typeface="Times New Roman"/>
                <a:cs typeface="Times New Roman"/>
              </a:rPr>
              <a:t>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Người dùng</a:t>
            </a: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Admin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77315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>
                <a:latin typeface="Times New Roman"/>
                <a:cs typeface="Times New Roman"/>
              </a:rPr>
              <a:t>Phía người dùng: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Giúp người dùng tiếp cận nhanh</a:t>
            </a:r>
          </a:p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Cung cấp các chủ đề học</a:t>
            </a:r>
          </a:p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Cung cấp các bài tập, thử thách</a:t>
            </a:r>
          </a:p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Cung cấp chức năng tự tạo khoá học, tự kiểm tra trên khoá học</a:t>
            </a:r>
          </a:p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Lưu lại lịch sử học tập của người dùng</a:t>
            </a:r>
          </a:p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Tương tác giữa người dùng, giúp 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796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Phía</a:t>
            </a:r>
            <a:r>
              <a:rPr lang="vi-VN" sz="2400">
                <a:latin typeface="Times New Roman"/>
                <a:cs typeface="Times New Roman"/>
              </a:rPr>
              <a:t> </a:t>
            </a:r>
            <a:r>
              <a:rPr lang="vi-VN" sz="2400" err="1">
                <a:latin typeface="Times New Roman"/>
                <a:cs typeface="Times New Roman"/>
              </a:rPr>
              <a:t>admin</a:t>
            </a:r>
            <a:r>
              <a:rPr lang="vi-VN" sz="2400">
                <a:latin typeface="Times New Roman"/>
                <a:cs typeface="Times New Roman"/>
              </a:rPr>
              <a:t>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Quản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người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dùng</a:t>
            </a:r>
            <a:r>
              <a:rPr lang="vi-VN" sz="2000">
                <a:latin typeface="Times New Roman"/>
                <a:cs typeface="Times New Roman"/>
              </a:rPr>
              <a:t>: </a:t>
            </a:r>
            <a:r>
              <a:rPr lang="vi-VN" sz="2000" err="1">
                <a:latin typeface="Times New Roman"/>
                <a:cs typeface="Times New Roman"/>
              </a:rPr>
              <a:t>khoá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tài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khoản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người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dùng</a:t>
            </a:r>
          </a:p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Quản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thử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thách</a:t>
            </a:r>
            <a:r>
              <a:rPr lang="vi-VN" sz="2000">
                <a:latin typeface="Times New Roman"/>
                <a:cs typeface="Times New Roman"/>
              </a:rPr>
              <a:t>: </a:t>
            </a:r>
            <a:r>
              <a:rPr lang="vi-VN" sz="2000" err="1">
                <a:latin typeface="Times New Roman"/>
                <a:cs typeface="Times New Roman"/>
              </a:rPr>
              <a:t>tạo</a:t>
            </a:r>
            <a:r>
              <a:rPr lang="vi-VN" sz="2000">
                <a:latin typeface="Times New Roman"/>
                <a:cs typeface="Times New Roman"/>
              </a:rPr>
              <a:t>, </a:t>
            </a:r>
            <a:r>
              <a:rPr lang="vi-VN" sz="2000" err="1">
                <a:latin typeface="Times New Roman"/>
                <a:cs typeface="Times New Roman"/>
              </a:rPr>
              <a:t>chỉnh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sửa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và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xoá</a:t>
            </a:r>
          </a:p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Quản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chủ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đề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từ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vựng</a:t>
            </a:r>
            <a:r>
              <a:rPr lang="vi-VN" sz="2000">
                <a:latin typeface="Times New Roman"/>
                <a:cs typeface="Times New Roman"/>
              </a:rPr>
              <a:t>: </a:t>
            </a:r>
            <a:r>
              <a:rPr lang="vi-VN" sz="2000" err="1">
                <a:latin typeface="Times New Roman"/>
                <a:cs typeface="Times New Roman"/>
              </a:rPr>
              <a:t>tạo</a:t>
            </a:r>
            <a:r>
              <a:rPr lang="vi-VN" sz="2000">
                <a:latin typeface="Times New Roman"/>
                <a:cs typeface="Times New Roman"/>
              </a:rPr>
              <a:t>, </a:t>
            </a:r>
            <a:r>
              <a:rPr lang="vi-VN" sz="2000" err="1">
                <a:latin typeface="Times New Roman"/>
                <a:cs typeface="Times New Roman"/>
              </a:rPr>
              <a:t>chỉnh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sửa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và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xoá</a:t>
            </a:r>
            <a:endParaRPr lang="vi-VN" sz="2000">
              <a:latin typeface="Times New Roman"/>
              <a:cs typeface="Times New Roman"/>
            </a:endParaRPr>
          </a:p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Quản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bảng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chữ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cái</a:t>
            </a:r>
            <a:r>
              <a:rPr lang="vi-VN" sz="2000">
                <a:latin typeface="Times New Roman"/>
                <a:cs typeface="Times New Roman"/>
              </a:rPr>
              <a:t>: </a:t>
            </a:r>
            <a:r>
              <a:rPr lang="vi-VN" sz="2000" err="1">
                <a:latin typeface="Times New Roman"/>
                <a:cs typeface="Times New Roman"/>
              </a:rPr>
              <a:t>tạo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chỉnh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sửa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và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xoá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8550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</a:t>
            </a:r>
            <a:r>
              <a:rPr lang="en-US" sz="4000" err="1">
                <a:latin typeface="Times New Roman"/>
                <a:cs typeface="Times New Roman"/>
              </a:rPr>
              <a:t>Khảo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sát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hiện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 1: </a:t>
            </a:r>
            <a:r>
              <a:rPr lang="vi-VN" sz="2400">
                <a:latin typeface="Times New Roman"/>
                <a:ea typeface="+mn-lt"/>
                <a:cs typeface="+mn-lt"/>
              </a:rPr>
              <a:t>“NHK WORLD - JAPAN”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02F7713A-BB8A-42E4-85FD-17C6DE86C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3637" y="2443162"/>
            <a:ext cx="7324725" cy="365167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4729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Khảo sát hiện 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 2: </a:t>
            </a:r>
            <a:r>
              <a:rPr lang="vi-VN" sz="2400">
                <a:latin typeface="Times New Roman"/>
                <a:ea typeface="+mn-lt"/>
                <a:cs typeface="+mn-lt"/>
              </a:rPr>
              <a:t>“</a:t>
            </a:r>
            <a:r>
              <a:rPr lang="vi-VN" sz="2400" err="1">
                <a:latin typeface="Times New Roman"/>
                <a:ea typeface="+mn-lt"/>
                <a:cs typeface="+mn-lt"/>
              </a:rPr>
              <a:t>Duolingo</a:t>
            </a:r>
            <a:r>
              <a:rPr lang="vi-VN" sz="2400">
                <a:latin typeface="Times New Roman"/>
                <a:ea typeface="+mn-lt"/>
                <a:cs typeface="+mn-lt"/>
              </a:rPr>
              <a:t>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3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B099A295-820C-4430-9F81-14D51FE2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337" y="2170687"/>
            <a:ext cx="9377325" cy="445462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83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Khảo sát hiện 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 2: </a:t>
            </a:r>
            <a:r>
              <a:rPr lang="vi-VN" sz="2400">
                <a:latin typeface="Times New Roman"/>
                <a:ea typeface="+mn-lt"/>
                <a:cs typeface="+mn-lt"/>
              </a:rPr>
              <a:t>“</a:t>
            </a:r>
            <a:r>
              <a:rPr lang="vi-VN" sz="2400" err="1">
                <a:latin typeface="Times New Roman"/>
                <a:ea typeface="+mn-lt"/>
                <a:cs typeface="+mn-lt"/>
              </a:rPr>
              <a:t>Minano</a:t>
            </a:r>
            <a:r>
              <a:rPr lang="vi-VN" sz="2400">
                <a:latin typeface="Times New Roman"/>
                <a:ea typeface="+mn-lt"/>
                <a:cs typeface="+mn-lt"/>
              </a:rPr>
              <a:t> </a:t>
            </a:r>
            <a:r>
              <a:rPr lang="vi-VN" sz="2400" err="1">
                <a:latin typeface="Times New Roman"/>
                <a:ea typeface="+mn-lt"/>
                <a:cs typeface="+mn-lt"/>
              </a:rPr>
              <a:t>Nigongo</a:t>
            </a:r>
            <a:r>
              <a:rPr lang="vi-VN" sz="2400">
                <a:latin typeface="Times New Roman"/>
                <a:ea typeface="+mn-lt"/>
                <a:cs typeface="+mn-lt"/>
              </a:rPr>
              <a:t>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42F8856C-42BE-4B37-919D-9B4F4CF6F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987" y="2076300"/>
            <a:ext cx="9554025" cy="4493400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0429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CSDL</a:t>
            </a:r>
            <a:endParaRPr lang="en-US" dirty="0"/>
          </a:p>
        </p:txBody>
      </p:sp>
      <p:pic>
        <p:nvPicPr>
          <p:cNvPr id="7" name="Google Shape;1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47" y="1322019"/>
            <a:ext cx="8566988" cy="541288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7884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a)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1810161"/>
            <a:ext cx="8832529" cy="4685889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710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a)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629" y="1699863"/>
            <a:ext cx="9669224" cy="5001323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77727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Demo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BF3F5286-930D-4F70-815F-5E21E46F64DB}"/>
              </a:ext>
            </a:extLst>
          </p:cNvPr>
          <p:cNvSpPr txBox="1"/>
          <p:nvPr/>
        </p:nvSpPr>
        <p:spPr>
          <a:xfrm>
            <a:off x="4724400" y="3074695"/>
            <a:ext cx="27432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vi-VN" sz="4000">
                <a:latin typeface="Times New Roman"/>
                <a:cs typeface="Times New Roman"/>
              </a:rPr>
              <a:t>Demo</a:t>
            </a:r>
            <a:endParaRPr lang="vi-VN" sz="4000" dirty="0">
              <a:latin typeface="Times New Roman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041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Ưu điểm: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Dễ dàng thao tác sử dụng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có thể tạo khoá học với những từ ngữ mà bản thân muốn luyện tập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học được các từ ngữ, đoạn hội thoại có tính áp dụng cao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có thể tương tác với nhau thông qua mục bình luận và nhắn tin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Sử dụng hai ngôn ngữ song song là tiếng Anh và tiếng Việt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Triển khai trên các nền tảng duyệt web khác nhau</a:t>
            </a:r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0688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Nhược điểm: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Ứng dụng chưa hoàn thành được tất cả các tính năng đề ra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Còn một vài trải nghiệm chưa tốt khi sử dụng trang web</a:t>
            </a:r>
            <a:endParaRPr lang="vi-VN" dirty="0"/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80243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Hướng phát triển: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Hoàn thiện các tính năng còn lại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Cải thiện trải nghiệm UI/UX của trang web</a:t>
            </a:r>
            <a:endParaRPr lang="vi-VN" dirty="0"/>
          </a:p>
          <a:p>
            <a:endParaRPr lang="vi-V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5709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Words>987</Words>
  <Application>Microsoft Office PowerPoint</Application>
  <PresentationFormat>Widescreen</PresentationFormat>
  <Paragraphs>167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Euphemia</vt:lpstr>
      <vt:lpstr>Plantagenet Cherokee</vt:lpstr>
      <vt:lpstr>Arial</vt:lpstr>
      <vt:lpstr>Courier New</vt:lpstr>
      <vt:lpstr>Times New Roman</vt:lpstr>
      <vt:lpstr>Wingdings</vt:lpstr>
      <vt:lpstr>Academic Literature 16x9</vt:lpstr>
      <vt:lpstr>PowerPoint Presentation</vt:lpstr>
      <vt:lpstr>Nội dung trình bày</vt:lpstr>
      <vt:lpstr>1. Giới thiệu</vt:lpstr>
      <vt:lpstr>1. Giới thiệu</vt:lpstr>
      <vt:lpstr>1. Giới thiệu</vt:lpstr>
      <vt:lpstr>1. Giới thiệu</vt:lpstr>
      <vt:lpstr>2. Khảo sát hiện trạng</vt:lpstr>
      <vt:lpstr>2. Khảo sát hiện trạng</vt:lpstr>
      <vt:lpstr>2. Khảo sát hiện trạng</vt:lpstr>
      <vt:lpstr>3. Thiết kế CSDL</vt:lpstr>
      <vt:lpstr>4. Thiết kế giao diện và xử lý</vt:lpstr>
      <vt:lpstr>4. Thiết kế giao diện và xử lý</vt:lpstr>
      <vt:lpstr>5. Demo</vt:lpstr>
      <vt:lpstr>5. Kết luận</vt:lpstr>
      <vt:lpstr>5. Kết luận</vt:lpstr>
      <vt:lpstr>5. Kết luận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Picture Layout</dc:title>
  <dc:creator/>
  <cp:lastModifiedBy>Lâm Hứa</cp:lastModifiedBy>
  <cp:revision>106</cp:revision>
  <dcterms:created xsi:type="dcterms:W3CDTF">2020-07-11T08:25:05Z</dcterms:created>
  <dcterms:modified xsi:type="dcterms:W3CDTF">2020-07-14T17:29:51Z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