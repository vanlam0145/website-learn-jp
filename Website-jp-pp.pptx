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9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59" r:id="rId11"/>
    <p:sldId id="280" r:id="rId12"/>
    <p:sldId id="281" r:id="rId13"/>
    <p:sldId id="263" r:id="rId14"/>
    <p:sldId id="277" r:id="rId15"/>
    <p:sldId id="278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1FEDF-8A82-4D95-9453-9332A1D92197}" v="79" dt="2020-07-11T09:34:13.459"/>
    <p1510:client id="{B0446A1E-06C5-4139-9465-CFB0E313EC23}" v="1244" dt="2020-07-11T09:22:21.657"/>
    <p1510:client id="{DACF1B35-9E9A-4D86-A819-930F6871A9EE}" v="344" dt="2020-07-11T12:15:37.253"/>
    <p1510:client id="{F151043A-B25D-4D3A-A184-1FAD938277FA}" v="1231" dt="2020-07-11T14:17:32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274" autoAdjust="0"/>
  </p:normalViewPr>
  <p:slideViewPr>
    <p:cSldViewPr snapToGrid="0">
      <p:cViewPr varScale="1">
        <p:scale>
          <a:sx n="83" d="100"/>
          <a:sy n="83" d="100"/>
        </p:scale>
        <p:origin x="163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 Nguyễn" userId="d51f46e73497885a" providerId="Windows Live" clId="Web-{B0446A1E-06C5-4139-9465-CFB0E313EC23}"/>
    <pc:docChg chg="addSld delSld modSld sldOrd modMainMaster">
      <pc:chgData name="Hoàng Nguyễn" userId="d51f46e73497885a" providerId="Windows Live" clId="Web-{B0446A1E-06C5-4139-9465-CFB0E313EC23}" dt="2020-07-11T09:22:21.657" v="1239"/>
      <pc:docMkLst>
        <pc:docMk/>
      </pc:docMkLst>
      <pc:sldChg chg="addSp delSp modSp del">
        <pc:chgData name="Hoàng Nguyễn" userId="d51f46e73497885a" providerId="Windows Live" clId="Web-{B0446A1E-06C5-4139-9465-CFB0E313EC23}" dt="2020-07-11T08:26:59.647" v="12"/>
        <pc:sldMkLst>
          <pc:docMk/>
          <pc:sldMk cId="1652133998" sldId="256"/>
        </pc:sldMkLst>
        <pc:spChg chg="add del mod">
          <ac:chgData name="Hoàng Nguyễn" userId="d51f46e73497885a" providerId="Windows Live" clId="Web-{B0446A1E-06C5-4139-9465-CFB0E313EC23}" dt="2020-07-11T08:26:16.707" v="6"/>
          <ac:spMkLst>
            <pc:docMk/>
            <pc:sldMk cId="1652133998" sldId="256"/>
            <ac:spMk id="8" creationId="{CE5420D3-8530-47E4-B02B-CDE5AC7F7C02}"/>
          </ac:spMkLst>
        </pc:spChg>
        <pc:picChg chg="add del mod">
          <ac:chgData name="Hoàng Nguyễn" userId="d51f46e73497885a" providerId="Windows Live" clId="Web-{B0446A1E-06C5-4139-9465-CFB0E313EC23}" dt="2020-07-11T08:26:16.723" v="9"/>
          <ac:picMkLst>
            <pc:docMk/>
            <pc:sldMk cId="1652133998" sldId="256"/>
            <ac:picMk id="2" creationId="{AFE765E4-A01F-4C71-8BA7-77FEA9FA87F9}"/>
          </ac:picMkLst>
        </pc:picChg>
        <pc:picChg chg="add del mod">
          <ac:chgData name="Hoàng Nguyễn" userId="d51f46e73497885a" providerId="Windows Live" clId="Web-{B0446A1E-06C5-4139-9465-CFB0E313EC23}" dt="2020-07-11T08:26:16.723" v="8"/>
          <ac:picMkLst>
            <pc:docMk/>
            <pc:sldMk cId="1652133998" sldId="256"/>
            <ac:picMk id="3" creationId="{020CE875-6C6A-4AD7-B9F9-E1EB4E60DB87}"/>
          </ac:picMkLst>
        </pc:picChg>
        <pc:picChg chg="add del mod">
          <ac:chgData name="Hoàng Nguyễn" userId="d51f46e73497885a" providerId="Windows Live" clId="Web-{B0446A1E-06C5-4139-9465-CFB0E313EC23}" dt="2020-07-11T08:26:16.707" v="7"/>
          <ac:picMkLst>
            <pc:docMk/>
            <pc:sldMk cId="1652133998" sldId="256"/>
            <ac:picMk id="5" creationId="{AA129FAA-91E0-44D2-844D-C00AC5E0F584}"/>
          </ac:picMkLst>
        </pc:picChg>
      </pc:sldChg>
      <pc:sldChg chg="modSp modTransition">
        <pc:chgData name="Hoàng Nguyễn" userId="d51f46e73497885a" providerId="Windows Live" clId="Web-{B0446A1E-06C5-4139-9465-CFB0E313EC23}" dt="2020-07-11T09:03:39.939" v="1075"/>
        <pc:sldMkLst>
          <pc:docMk/>
          <pc:sldMk cId="1654255301" sldId="257"/>
        </pc:sldMkLst>
        <pc:spChg chg="mod">
          <ac:chgData name="Hoàng Nguyễn" userId="d51f46e73497885a" providerId="Windows Live" clId="Web-{B0446A1E-06C5-4139-9465-CFB0E313EC23}" dt="2020-07-11T08:37:51.261" v="271" actId="20577"/>
          <ac:spMkLst>
            <pc:docMk/>
            <pc:sldMk cId="1654255301" sldId="257"/>
            <ac:spMk id="13" creationId="{00000000-0000-0000-0000-000000000000}"/>
          </ac:spMkLst>
        </pc:spChg>
        <pc:spChg chg="mod">
          <ac:chgData name="Hoàng Nguyễn" userId="d51f46e73497885a" providerId="Windows Live" clId="Web-{B0446A1E-06C5-4139-9465-CFB0E313EC23}" dt="2020-07-11T08:41:58.024" v="422" actId="20577"/>
          <ac:spMkLst>
            <pc:docMk/>
            <pc:sldMk cId="1654255301" sldId="257"/>
            <ac:spMk id="14" creationId="{00000000-0000-0000-0000-000000000000}"/>
          </ac:spMkLst>
        </pc:spChg>
      </pc:sldChg>
      <pc:sldChg chg="addSp delSp modSp modTransition addAnim delAnim modAnim modNotes">
        <pc:chgData name="Hoàng Nguyễn" userId="d51f46e73497885a" providerId="Windows Live" clId="Web-{B0446A1E-06C5-4139-9465-CFB0E313EC23}" dt="2020-07-11T09:12:08.014" v="1185"/>
        <pc:sldMkLst>
          <pc:docMk/>
          <pc:sldMk cId="4010278615" sldId="258"/>
        </pc:sldMkLst>
        <pc:spChg chg="mod">
          <ac:chgData name="Hoàng Nguyễn" userId="d51f46e73497885a" providerId="Windows Live" clId="Web-{B0446A1E-06C5-4139-9465-CFB0E313EC23}" dt="2020-07-11T08:42:35.558" v="437" actId="20577"/>
          <ac:spMkLst>
            <pc:docMk/>
            <pc:sldMk cId="4010278615" sldId="258"/>
            <ac:spMk id="2" creationId="{00000000-0000-0000-0000-000000000000}"/>
          </ac:spMkLst>
        </pc:spChg>
        <pc:spChg chg="add mod">
          <ac:chgData name="Hoàng Nguyễn" userId="d51f46e73497885a" providerId="Windows Live" clId="Web-{B0446A1E-06C5-4139-9465-CFB0E313EC23}" dt="2020-07-11T09:11:36.747" v="1175" actId="20577"/>
          <ac:spMkLst>
            <pc:docMk/>
            <pc:sldMk cId="4010278615" sldId="258"/>
            <ac:spMk id="4" creationId="{62077CAF-0911-4288-8FCC-652B3AFF166F}"/>
          </ac:spMkLst>
        </pc:spChg>
        <pc:spChg chg="add mod">
          <ac:chgData name="Hoàng Nguyễn" userId="d51f46e73497885a" providerId="Windows Live" clId="Web-{B0446A1E-06C5-4139-9465-CFB0E313EC23}" dt="2020-07-11T08:55:17.318" v="977" actId="20577"/>
          <ac:spMkLst>
            <pc:docMk/>
            <pc:sldMk cId="4010278615" sldId="258"/>
            <ac:spMk id="5" creationId="{EE2142C6-AE5B-412C-ABD4-087C122CE12F}"/>
          </ac:spMkLst>
        </pc:spChg>
        <pc:spChg chg="add del mod">
          <ac:chgData name="Hoàng Nguyễn" userId="d51f46e73497885a" providerId="Windows Live" clId="Web-{B0446A1E-06C5-4139-9465-CFB0E313EC23}" dt="2020-07-11T09:09:03.441" v="1148"/>
          <ac:spMkLst>
            <pc:docMk/>
            <pc:sldMk cId="4010278615" sldId="258"/>
            <ac:spMk id="7" creationId="{2884DEE3-52FD-401B-980B-3E062B61ED4C}"/>
          </ac:spMkLst>
        </pc:spChg>
        <pc:graphicFrameChg chg="del">
          <ac:chgData name="Hoàng Nguyễn" userId="d51f46e73497885a" providerId="Windows Live" clId="Web-{B0446A1E-06C5-4139-9465-CFB0E313EC23}" dt="2020-07-11T08:42:37.776" v="440"/>
          <ac:graphicFrameMkLst>
            <pc:docMk/>
            <pc:sldMk cId="4010278615" sldId="258"/>
            <ac:graphicFrameMk id="6" creationId="{00000000-0000-0000-0000-000000000000}"/>
          </ac:graphicFrameMkLst>
        </pc:graphicFrameChg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2853788422" sldId="259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4224509479" sldId="260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132884364" sldId="261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2224495804" sldId="262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1527004159" sldId="263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1800380133" sldId="264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3197023440" sldId="265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3683544629" sldId="266"/>
        </pc:sldMkLst>
      </pc:sldChg>
      <pc:sldChg chg="modTransition">
        <pc:chgData name="Hoàng Nguyễn" userId="d51f46e73497885a" providerId="Windows Live" clId="Web-{B0446A1E-06C5-4139-9465-CFB0E313EC23}" dt="2020-07-11T09:03:39.939" v="1075"/>
        <pc:sldMkLst>
          <pc:docMk/>
          <pc:sldMk cId="1315647518" sldId="268"/>
        </pc:sldMkLst>
      </pc:sldChg>
      <pc:sldChg chg="addSp delSp modSp new mod modTransition modClrScheme chgLayout">
        <pc:chgData name="Hoàng Nguyễn" userId="d51f46e73497885a" providerId="Windows Live" clId="Web-{B0446A1E-06C5-4139-9465-CFB0E313EC23}" dt="2020-07-11T09:03:39.939" v="1075"/>
        <pc:sldMkLst>
          <pc:docMk/>
          <pc:sldMk cId="2843801760" sldId="269"/>
        </pc:sldMkLst>
        <pc:spChg chg="del">
          <ac:chgData name="Hoàng Nguyễn" userId="d51f46e73497885a" providerId="Windows Live" clId="Web-{B0446A1E-06C5-4139-9465-CFB0E313EC23}" dt="2020-07-11T08:26:53.990" v="11"/>
          <ac:spMkLst>
            <pc:docMk/>
            <pc:sldMk cId="2843801760" sldId="269"/>
            <ac:spMk id="2" creationId="{894382C5-5AB2-4106-B6F3-5DCBA8A391FA}"/>
          </ac:spMkLst>
        </pc:spChg>
        <pc:spChg chg="del">
          <ac:chgData name="Hoàng Nguyễn" userId="d51f46e73497885a" providerId="Windows Live" clId="Web-{B0446A1E-06C5-4139-9465-CFB0E313EC23}" dt="2020-07-11T08:26:53.990" v="11"/>
          <ac:spMkLst>
            <pc:docMk/>
            <pc:sldMk cId="2843801760" sldId="269"/>
            <ac:spMk id="3" creationId="{B5A28023-102A-454B-861A-E9CAC2ADA690}"/>
          </ac:spMkLst>
        </pc:spChg>
        <pc:spChg chg="del">
          <ac:chgData name="Hoàng Nguyễn" userId="d51f46e73497885a" providerId="Windows Live" clId="Web-{B0446A1E-06C5-4139-9465-CFB0E313EC23}" dt="2020-07-11T08:26:53.990" v="11"/>
          <ac:spMkLst>
            <pc:docMk/>
            <pc:sldMk cId="2843801760" sldId="269"/>
            <ac:spMk id="4" creationId="{DBA1D1BD-2671-40BD-997D-6E5DB8510FC1}"/>
          </ac:spMkLst>
        </pc:spChg>
        <pc:spChg chg="add mod">
          <ac:chgData name="Hoàng Nguyễn" userId="d51f46e73497885a" providerId="Windows Live" clId="Web-{B0446A1E-06C5-4139-9465-CFB0E313EC23}" dt="2020-07-11T08:29:06.107" v="54" actId="1076"/>
          <ac:spMkLst>
            <pc:docMk/>
            <pc:sldMk cId="2843801760" sldId="269"/>
            <ac:spMk id="8" creationId="{2B248F85-DBA9-4E75-8875-2BEC6179F096}"/>
          </ac:spMkLst>
        </pc:spChg>
        <pc:spChg chg="add mod">
          <ac:chgData name="Hoàng Nguyễn" userId="d51f46e73497885a" providerId="Windows Live" clId="Web-{B0446A1E-06C5-4139-9465-CFB0E313EC23}" dt="2020-07-11T08:32:58.401" v="238" actId="20577"/>
          <ac:spMkLst>
            <pc:docMk/>
            <pc:sldMk cId="2843801760" sldId="269"/>
            <ac:spMk id="9" creationId="{FDB05B91-6343-43E3-9AB0-510A3C1C36BE}"/>
          </ac:spMkLst>
        </pc:spChg>
        <pc:picChg chg="add mod">
          <ac:chgData name="Hoàng Nguyễn" userId="d51f46e73497885a" providerId="Windows Live" clId="Web-{B0446A1E-06C5-4139-9465-CFB0E313EC23}" dt="2020-07-11T08:28:00.994" v="39" actId="1076"/>
          <ac:picMkLst>
            <pc:docMk/>
            <pc:sldMk cId="2843801760" sldId="269"/>
            <ac:picMk id="5" creationId="{15A7C5C1-6650-4F9F-A8D5-040048640466}"/>
          </ac:picMkLst>
        </pc:picChg>
        <pc:picChg chg="add mod">
          <ac:chgData name="Hoàng Nguyễn" userId="d51f46e73497885a" providerId="Windows Live" clId="Web-{B0446A1E-06C5-4139-9465-CFB0E313EC23}" dt="2020-07-11T08:28:14.870" v="41" actId="1076"/>
          <ac:picMkLst>
            <pc:docMk/>
            <pc:sldMk cId="2843801760" sldId="269"/>
            <ac:picMk id="6" creationId="{38417DA3-E65C-4D5E-9BB4-C59C95EC6CEA}"/>
          </ac:picMkLst>
        </pc:picChg>
        <pc:picChg chg="add mod">
          <ac:chgData name="Hoàng Nguyễn" userId="d51f46e73497885a" providerId="Windows Live" clId="Web-{B0446A1E-06C5-4139-9465-CFB0E313EC23}" dt="2020-07-11T08:28:05.432" v="40" actId="1076"/>
          <ac:picMkLst>
            <pc:docMk/>
            <pc:sldMk cId="2843801760" sldId="269"/>
            <ac:picMk id="7" creationId="{C1E805C1-56AA-4D1B-8611-2DFDBA53674B}"/>
          </ac:picMkLst>
        </pc:picChg>
      </pc:sldChg>
      <pc:sldChg chg="addSp delSp modSp add ord replId addAnim delAnim">
        <pc:chgData name="Hoàng Nguyễn" userId="d51f46e73497885a" providerId="Windows Live" clId="Web-{B0446A1E-06C5-4139-9465-CFB0E313EC23}" dt="2020-07-11T09:22:21.657" v="1239"/>
        <pc:sldMkLst>
          <pc:docMk/>
          <pc:sldMk cId="1424057063" sldId="270"/>
        </pc:sldMkLst>
        <pc:spChg chg="add">
          <ac:chgData name="Hoàng Nguyễn" userId="d51f46e73497885a" providerId="Windows Live" clId="Web-{B0446A1E-06C5-4139-9465-CFB0E313EC23}" dt="2020-07-11T09:22:21.657" v="1239"/>
          <ac:spMkLst>
            <pc:docMk/>
            <pc:sldMk cId="1424057063" sldId="270"/>
            <ac:spMk id="3" creationId="{77C6424A-756A-45CA-8E35-B2405987881C}"/>
          </ac:spMkLst>
        </pc:spChg>
        <pc:spChg chg="mod">
          <ac:chgData name="Hoàng Nguyễn" userId="d51f46e73497885a" providerId="Windows Live" clId="Web-{B0446A1E-06C5-4139-9465-CFB0E313EC23}" dt="2020-07-11T09:21:13.200" v="1230" actId="20577"/>
          <ac:spMkLst>
            <pc:docMk/>
            <pc:sldMk cId="1424057063" sldId="270"/>
            <ac:spMk id="4" creationId="{62077CAF-0911-4288-8FCC-652B3AFF166F}"/>
          </ac:spMkLst>
        </pc:spChg>
        <pc:spChg chg="add del mod">
          <ac:chgData name="Hoàng Nguyễn" userId="d51f46e73497885a" providerId="Windows Live" clId="Web-{B0446A1E-06C5-4139-9465-CFB0E313EC23}" dt="2020-07-11T09:21:48.342" v="1238"/>
          <ac:spMkLst>
            <pc:docMk/>
            <pc:sldMk cId="1424057063" sldId="270"/>
            <ac:spMk id="5" creationId="{EE2142C6-AE5B-412C-ABD4-087C122CE12F}"/>
          </ac:spMkLst>
        </pc:spChg>
      </pc:sldChg>
      <pc:sldMasterChg chg="modTransition modSldLayout">
        <pc:chgData name="Hoàng Nguyễn" userId="d51f46e73497885a" providerId="Windows Live" clId="Web-{B0446A1E-06C5-4139-9465-CFB0E313EC23}" dt="2020-07-11T09:03:39.939" v="1075"/>
        <pc:sldMasterMkLst>
          <pc:docMk/>
          <pc:sldMasterMk cId="2346251051" sldId="2147483648"/>
        </pc:sldMasterMkLst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1659756515" sldId="2147483649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3786876825" sldId="2147483650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3602678805" sldId="2147483651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3527791066" sldId="2147483652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3971016106" sldId="2147483653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1758111529" sldId="2147483654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302416926" sldId="2147483655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3769764688" sldId="2147483656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769637093" sldId="2147483657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2012076707" sldId="2147483658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445927127" sldId="2147483659"/>
          </pc:sldLayoutMkLst>
        </pc:sldLayoutChg>
        <pc:sldLayoutChg chg="modTransition">
          <pc:chgData name="Hoàng Nguyễn" userId="d51f46e73497885a" providerId="Windows Live" clId="Web-{B0446A1E-06C5-4139-9465-CFB0E313EC23}" dt="2020-07-11T09:03:39.939" v="1075"/>
          <pc:sldLayoutMkLst>
            <pc:docMk/>
            <pc:sldMasterMk cId="2346251051" sldId="2147483648"/>
            <pc:sldLayoutMk cId="2673943605" sldId="2147483660"/>
          </pc:sldLayoutMkLst>
        </pc:sldLayoutChg>
      </pc:sldMasterChg>
    </pc:docChg>
  </pc:docChgLst>
  <pc:docChgLst>
    <pc:chgData name="Hoàng Nguyễn" userId="d51f46e73497885a" providerId="Windows Live" clId="Web-{DACF1B35-9E9A-4D86-A819-930F6871A9EE}"/>
    <pc:docChg chg="addSld delSld modSld">
      <pc:chgData name="Hoàng Nguyễn" userId="d51f46e73497885a" providerId="Windows Live" clId="Web-{DACF1B35-9E9A-4D86-A819-930F6871A9EE}" dt="2020-07-11T12:15:37.253" v="343" actId="20577"/>
      <pc:docMkLst>
        <pc:docMk/>
      </pc:docMkLst>
      <pc:sldChg chg="del">
        <pc:chgData name="Hoàng Nguyễn" userId="d51f46e73497885a" providerId="Windows Live" clId="Web-{DACF1B35-9E9A-4D86-A819-930F6871A9EE}" dt="2020-07-11T12:09:48.419" v="1"/>
        <pc:sldMkLst>
          <pc:docMk/>
          <pc:sldMk cId="4010278615" sldId="258"/>
        </pc:sldMkLst>
      </pc:sldChg>
      <pc:sldChg chg="modSp">
        <pc:chgData name="Hoàng Nguyễn" userId="d51f46e73497885a" providerId="Windows Live" clId="Web-{DACF1B35-9E9A-4D86-A819-930F6871A9EE}" dt="2020-07-11T12:10:13.576" v="56" actId="20577"/>
        <pc:sldMkLst>
          <pc:docMk/>
          <pc:sldMk cId="1424057063" sldId="270"/>
        </pc:sldMkLst>
        <pc:spChg chg="mod">
          <ac:chgData name="Hoàng Nguyễn" userId="d51f46e73497885a" providerId="Windows Live" clId="Web-{DACF1B35-9E9A-4D86-A819-930F6871A9EE}" dt="2020-07-11T12:10:13.576" v="56" actId="20577"/>
          <ac:spMkLst>
            <pc:docMk/>
            <pc:sldMk cId="1424057063" sldId="270"/>
            <ac:spMk id="4" creationId="{62077CAF-0911-4288-8FCC-652B3AFF166F}"/>
          </ac:spMkLst>
        </pc:spChg>
      </pc:sldChg>
      <pc:sldChg chg="delSp modSp add replId delAnim">
        <pc:chgData name="Hoàng Nguyễn" userId="d51f46e73497885a" providerId="Windows Live" clId="Web-{DACF1B35-9E9A-4D86-A819-930F6871A9EE}" dt="2020-07-11T12:11:26.362" v="88" actId="20577"/>
        <pc:sldMkLst>
          <pc:docMk/>
          <pc:sldMk cId="1181773150" sldId="271"/>
        </pc:sldMkLst>
        <pc:spChg chg="mod">
          <ac:chgData name="Hoàng Nguyễn" userId="d51f46e73497885a" providerId="Windows Live" clId="Web-{DACF1B35-9E9A-4D86-A819-930F6871A9EE}" dt="2020-07-11T12:11:03.626" v="84" actId="20577"/>
          <ac:spMkLst>
            <pc:docMk/>
            <pc:sldMk cId="1181773150" sldId="271"/>
            <ac:spMk id="3" creationId="{77C6424A-756A-45CA-8E35-B2405987881C}"/>
          </ac:spMkLst>
        </pc:spChg>
        <pc:spChg chg="mod">
          <ac:chgData name="Hoàng Nguyễn" userId="d51f46e73497885a" providerId="Windows Live" clId="Web-{DACF1B35-9E9A-4D86-A819-930F6871A9EE}" dt="2020-07-11T12:11:26.362" v="88" actId="20577"/>
          <ac:spMkLst>
            <pc:docMk/>
            <pc:sldMk cId="1181773150" sldId="271"/>
            <ac:spMk id="5" creationId="{49DF0F19-26D9-4EB6-AC5C-5BD3E9B23565}"/>
          </ac:spMkLst>
        </pc:spChg>
        <pc:spChg chg="del">
          <ac:chgData name="Hoàng Nguyễn" userId="d51f46e73497885a" providerId="Windows Live" clId="Web-{DACF1B35-9E9A-4D86-A819-930F6871A9EE}" dt="2020-07-11T12:10:46.500" v="65"/>
          <ac:spMkLst>
            <pc:docMk/>
            <pc:sldMk cId="1181773150" sldId="271"/>
            <ac:spMk id="7" creationId="{86A5D8B9-DF03-46E4-A576-F299FDB7A5E7}"/>
          </ac:spMkLst>
        </pc:spChg>
        <pc:spChg chg="del">
          <ac:chgData name="Hoàng Nguyễn" userId="d51f46e73497885a" providerId="Windows Live" clId="Web-{DACF1B35-9E9A-4D86-A819-930F6871A9EE}" dt="2020-07-11T12:10:45.141" v="64"/>
          <ac:spMkLst>
            <pc:docMk/>
            <pc:sldMk cId="1181773150" sldId="271"/>
            <ac:spMk id="9" creationId="{177CCB8B-53B7-4133-94D3-4A241E2079CB}"/>
          </ac:spMkLst>
        </pc:spChg>
        <pc:spChg chg="del">
          <ac:chgData name="Hoàng Nguyễn" userId="d51f46e73497885a" providerId="Windows Live" clId="Web-{DACF1B35-9E9A-4D86-A819-930F6871A9EE}" dt="2020-07-11T12:10:43.547" v="63"/>
          <ac:spMkLst>
            <pc:docMk/>
            <pc:sldMk cId="1181773150" sldId="271"/>
            <ac:spMk id="11" creationId="{B669DE82-0268-41C8-81D6-DE60A1A63AC2}"/>
          </ac:spMkLst>
        </pc:spChg>
        <pc:spChg chg="del">
          <ac:chgData name="Hoàng Nguyễn" userId="d51f46e73497885a" providerId="Windows Live" clId="Web-{DACF1B35-9E9A-4D86-A819-930F6871A9EE}" dt="2020-07-11T12:10:43.313" v="62"/>
          <ac:spMkLst>
            <pc:docMk/>
            <pc:sldMk cId="1181773150" sldId="271"/>
            <ac:spMk id="13" creationId="{80F86D54-F129-42C0-9505-96B1082CDCCB}"/>
          </ac:spMkLst>
        </pc:spChg>
        <pc:spChg chg="mod">
          <ac:chgData name="Hoàng Nguyễn" userId="d51f46e73497885a" providerId="Windows Live" clId="Web-{DACF1B35-9E9A-4D86-A819-930F6871A9EE}" dt="2020-07-11T12:10:41.828" v="60" actId="20577"/>
          <ac:spMkLst>
            <pc:docMk/>
            <pc:sldMk cId="1181773150" sldId="271"/>
            <ac:spMk id="14" creationId="{FF711810-B0BC-4143-BC2B-1E1BA9D24E2A}"/>
          </ac:spMkLst>
        </pc:spChg>
      </pc:sldChg>
      <pc:sldChg chg="delSp modSp add replId delAnim">
        <pc:chgData name="Hoàng Nguyễn" userId="d51f46e73497885a" providerId="Windows Live" clId="Web-{DACF1B35-9E9A-4D86-A819-930F6871A9EE}" dt="2020-07-11T12:15:37.253" v="342" actId="20577"/>
        <pc:sldMkLst>
          <pc:docMk/>
          <pc:sldMk cId="3929879675" sldId="272"/>
        </pc:sldMkLst>
        <pc:spChg chg="mod">
          <ac:chgData name="Hoàng Nguyễn" userId="d51f46e73497885a" providerId="Windows Live" clId="Web-{DACF1B35-9E9A-4D86-A819-930F6871A9EE}" dt="2020-07-11T12:15:37.253" v="342" actId="20577"/>
          <ac:spMkLst>
            <pc:docMk/>
            <pc:sldMk cId="3929879675" sldId="272"/>
            <ac:spMk id="3" creationId="{77C6424A-756A-45CA-8E35-B2405987881C}"/>
          </ac:spMkLst>
        </pc:spChg>
        <pc:spChg chg="mod">
          <ac:chgData name="Hoàng Nguyễn" userId="d51f46e73497885a" providerId="Windows Live" clId="Web-{DACF1B35-9E9A-4D86-A819-930F6871A9EE}" dt="2020-07-11T12:13:28.448" v="126" actId="20577"/>
          <ac:spMkLst>
            <pc:docMk/>
            <pc:sldMk cId="3929879675" sldId="272"/>
            <ac:spMk id="4" creationId="{62077CAF-0911-4288-8FCC-652B3AFF166F}"/>
          </ac:spMkLst>
        </pc:spChg>
        <pc:spChg chg="del">
          <ac:chgData name="Hoàng Nguyễn" userId="d51f46e73497885a" providerId="Windows Live" clId="Web-{DACF1B35-9E9A-4D86-A819-930F6871A9EE}" dt="2020-07-11T12:14:11.732" v="153"/>
          <ac:spMkLst>
            <pc:docMk/>
            <pc:sldMk cId="3929879675" sldId="272"/>
            <ac:spMk id="5" creationId="{49DF0F19-26D9-4EB6-AC5C-5BD3E9B23565}"/>
          </ac:spMkLst>
        </pc:spChg>
      </pc:sldChg>
    </pc:docChg>
  </pc:docChgLst>
  <pc:docChgLst>
    <pc:chgData name="Hoàng Nguyễn" userId="d51f46e73497885a" providerId="Windows Live" clId="Web-{2121FEDF-8A82-4D95-9453-9332A1D92197}"/>
    <pc:docChg chg="modSld">
      <pc:chgData name="Hoàng Nguyễn" userId="d51f46e73497885a" providerId="Windows Live" clId="Web-{2121FEDF-8A82-4D95-9453-9332A1D92197}" dt="2020-07-11T09:34:13.459" v="72"/>
      <pc:docMkLst>
        <pc:docMk/>
      </pc:docMkLst>
      <pc:sldChg chg="addSp modSp addAnim delAnim modAnim">
        <pc:chgData name="Hoàng Nguyễn" userId="d51f46e73497885a" providerId="Windows Live" clId="Web-{2121FEDF-8A82-4D95-9453-9332A1D92197}" dt="2020-07-11T09:34:13.459" v="72"/>
        <pc:sldMkLst>
          <pc:docMk/>
          <pc:sldMk cId="1424057063" sldId="270"/>
        </pc:sldMkLst>
        <pc:spChg chg="mod">
          <ac:chgData name="Hoàng Nguyễn" userId="d51f46e73497885a" providerId="Windows Live" clId="Web-{2121FEDF-8A82-4D95-9453-9332A1D92197}" dt="2020-07-11T09:24:10.189" v="7" actId="20577"/>
          <ac:spMkLst>
            <pc:docMk/>
            <pc:sldMk cId="1424057063" sldId="270"/>
            <ac:spMk id="3" creationId="{77C6424A-756A-45CA-8E35-B2405987881C}"/>
          </ac:spMkLst>
        </pc:spChg>
        <pc:spChg chg="add mod">
          <ac:chgData name="Hoàng Nguyễn" userId="d51f46e73497885a" providerId="Windows Live" clId="Web-{2121FEDF-8A82-4D95-9453-9332A1D92197}" dt="2020-07-11T09:24:56.549" v="16" actId="14100"/>
          <ac:spMkLst>
            <pc:docMk/>
            <pc:sldMk cId="1424057063" sldId="270"/>
            <ac:spMk id="5" creationId="{49DF0F19-26D9-4EB6-AC5C-5BD3E9B23565}"/>
          </ac:spMkLst>
        </pc:spChg>
        <pc:spChg chg="add mod">
          <ac:chgData name="Hoàng Nguyễn" userId="d51f46e73497885a" providerId="Windows Live" clId="Web-{2121FEDF-8A82-4D95-9453-9332A1D92197}" dt="2020-07-11T09:25:40.659" v="25" actId="20577"/>
          <ac:spMkLst>
            <pc:docMk/>
            <pc:sldMk cId="1424057063" sldId="270"/>
            <ac:spMk id="7" creationId="{86A5D8B9-DF03-46E4-A576-F299FDB7A5E7}"/>
          </ac:spMkLst>
        </pc:spChg>
        <pc:spChg chg="add mod">
          <ac:chgData name="Hoàng Nguyễn" userId="d51f46e73497885a" providerId="Windows Live" clId="Web-{2121FEDF-8A82-4D95-9453-9332A1D92197}" dt="2020-07-11T09:26:41.347" v="39" actId="20577"/>
          <ac:spMkLst>
            <pc:docMk/>
            <pc:sldMk cId="1424057063" sldId="270"/>
            <ac:spMk id="9" creationId="{177CCB8B-53B7-4133-94D3-4A241E2079CB}"/>
          </ac:spMkLst>
        </pc:spChg>
        <pc:spChg chg="add mod">
          <ac:chgData name="Hoàng Nguyễn" userId="d51f46e73497885a" providerId="Windows Live" clId="Web-{2121FEDF-8A82-4D95-9453-9332A1D92197}" dt="2020-07-11T09:27:23.786" v="50" actId="20577"/>
          <ac:spMkLst>
            <pc:docMk/>
            <pc:sldMk cId="1424057063" sldId="270"/>
            <ac:spMk id="11" creationId="{B669DE82-0268-41C8-81D6-DE60A1A63AC2}"/>
          </ac:spMkLst>
        </pc:spChg>
        <pc:spChg chg="add mod">
          <ac:chgData name="Hoàng Nguyễn" userId="d51f46e73497885a" providerId="Windows Live" clId="Web-{2121FEDF-8A82-4D95-9453-9332A1D92197}" dt="2020-07-11T09:27:23.926" v="54" actId="20577"/>
          <ac:spMkLst>
            <pc:docMk/>
            <pc:sldMk cId="1424057063" sldId="270"/>
            <ac:spMk id="13" creationId="{80F86D54-F129-42C0-9505-96B1082CDCCB}"/>
          </ac:spMkLst>
        </pc:spChg>
        <pc:spChg chg="add mod">
          <ac:chgData name="Hoàng Nguyễn" userId="d51f46e73497885a" providerId="Windows Live" clId="Web-{2121FEDF-8A82-4D95-9453-9332A1D92197}" dt="2020-07-11T09:30:00.192" v="69" actId="14100"/>
          <ac:spMkLst>
            <pc:docMk/>
            <pc:sldMk cId="1424057063" sldId="270"/>
            <ac:spMk id="14" creationId="{FF711810-B0BC-4143-BC2B-1E1BA9D24E2A}"/>
          </ac:spMkLst>
        </pc:spChg>
      </pc:sldChg>
    </pc:docChg>
  </pc:docChgLst>
  <pc:docChgLst>
    <pc:chgData name="Hoàng Nguyễn" userId="d51f46e73497885a" providerId="Windows Live" clId="Web-{F151043A-B25D-4D3A-A184-1FAD938277FA}"/>
    <pc:docChg chg="addSld delSld modSld">
      <pc:chgData name="Hoàng Nguyễn" userId="d51f46e73497885a" providerId="Windows Live" clId="Web-{F151043A-B25D-4D3A-A184-1FAD938277FA}" dt="2020-07-11T14:17:32.398" v="1218" actId="20577"/>
      <pc:docMkLst>
        <pc:docMk/>
      </pc:docMkLst>
      <pc:sldChg chg="del">
        <pc:chgData name="Hoàng Nguyễn" userId="d51f46e73497885a" providerId="Windows Live" clId="Web-{F151043A-B25D-4D3A-A184-1FAD938277FA}" dt="2020-07-11T12:30:36.922" v="197"/>
        <pc:sldMkLst>
          <pc:docMk/>
          <pc:sldMk cId="4224509479" sldId="260"/>
        </pc:sldMkLst>
      </pc:sldChg>
      <pc:sldChg chg="del">
        <pc:chgData name="Hoàng Nguyễn" userId="d51f46e73497885a" providerId="Windows Live" clId="Web-{F151043A-B25D-4D3A-A184-1FAD938277FA}" dt="2020-07-11T12:30:32.031" v="194"/>
        <pc:sldMkLst>
          <pc:docMk/>
          <pc:sldMk cId="132884364" sldId="261"/>
        </pc:sldMkLst>
      </pc:sldChg>
      <pc:sldChg chg="del">
        <pc:chgData name="Hoàng Nguyễn" userId="d51f46e73497885a" providerId="Windows Live" clId="Web-{F151043A-B25D-4D3A-A184-1FAD938277FA}" dt="2020-07-11T12:30:30.469" v="193"/>
        <pc:sldMkLst>
          <pc:docMk/>
          <pc:sldMk cId="2224495804" sldId="262"/>
        </pc:sldMkLst>
      </pc:sldChg>
      <pc:sldChg chg="addSp modSp">
        <pc:chgData name="Hoàng Nguyễn" userId="d51f46e73497885a" providerId="Windows Live" clId="Web-{F151043A-B25D-4D3A-A184-1FAD938277FA}" dt="2020-07-11T13:00:47.915" v="241" actId="20577"/>
        <pc:sldMkLst>
          <pc:docMk/>
          <pc:sldMk cId="1527004159" sldId="263"/>
        </pc:sldMkLst>
        <pc:spChg chg="mod">
          <ac:chgData name="Hoàng Nguyễn" userId="d51f46e73497885a" providerId="Windows Live" clId="Web-{F151043A-B25D-4D3A-A184-1FAD938277FA}" dt="2020-07-11T13:00:03.806" v="215" actId="20577"/>
          <ac:spMkLst>
            <pc:docMk/>
            <pc:sldMk cId="1527004159" sldId="263"/>
            <ac:spMk id="2" creationId="{00000000-0000-0000-0000-000000000000}"/>
          </ac:spMkLst>
        </pc:spChg>
        <pc:spChg chg="add mod">
          <ac:chgData name="Hoàng Nguyễn" userId="d51f46e73497885a" providerId="Windows Live" clId="Web-{F151043A-B25D-4D3A-A184-1FAD938277FA}" dt="2020-07-11T13:00:47.915" v="241" actId="20577"/>
          <ac:spMkLst>
            <pc:docMk/>
            <pc:sldMk cId="1527004159" sldId="263"/>
            <ac:spMk id="3" creationId="{BF3F5286-930D-4F70-815F-5E21E46F64DB}"/>
          </ac:spMkLst>
        </pc:spChg>
      </pc:sldChg>
      <pc:sldChg chg="del">
        <pc:chgData name="Hoàng Nguyễn" userId="d51f46e73497885a" providerId="Windows Live" clId="Web-{F151043A-B25D-4D3A-A184-1FAD938277FA}" dt="2020-07-11T14:14:04.725" v="1059"/>
        <pc:sldMkLst>
          <pc:docMk/>
          <pc:sldMk cId="1800380133" sldId="264"/>
        </pc:sldMkLst>
      </pc:sldChg>
      <pc:sldChg chg="del">
        <pc:chgData name="Hoàng Nguyễn" userId="d51f46e73497885a" providerId="Windows Live" clId="Web-{F151043A-B25D-4D3A-A184-1FAD938277FA}" dt="2020-07-11T14:14:06.725" v="1060"/>
        <pc:sldMkLst>
          <pc:docMk/>
          <pc:sldMk cId="3197023440" sldId="265"/>
        </pc:sldMkLst>
      </pc:sldChg>
      <pc:sldChg chg="del">
        <pc:chgData name="Hoàng Nguyễn" userId="d51f46e73497885a" providerId="Windows Live" clId="Web-{F151043A-B25D-4D3A-A184-1FAD938277FA}" dt="2020-07-11T12:30:34.906" v="196"/>
        <pc:sldMkLst>
          <pc:docMk/>
          <pc:sldMk cId="3683544629" sldId="266"/>
        </pc:sldMkLst>
      </pc:sldChg>
      <pc:sldChg chg="del">
        <pc:chgData name="Hoàng Nguyễn" userId="d51f46e73497885a" providerId="Windows Live" clId="Web-{F151043A-B25D-4D3A-A184-1FAD938277FA}" dt="2020-07-11T12:30:33.469" v="195"/>
        <pc:sldMkLst>
          <pc:docMk/>
          <pc:sldMk cId="1315647518" sldId="268"/>
        </pc:sldMkLst>
      </pc:sldChg>
      <pc:sldChg chg="delSp delAnim">
        <pc:chgData name="Hoàng Nguyễn" userId="d51f46e73497885a" providerId="Windows Live" clId="Web-{F151043A-B25D-4D3A-A184-1FAD938277FA}" dt="2020-07-11T12:22:17.189" v="115"/>
        <pc:sldMkLst>
          <pc:docMk/>
          <pc:sldMk cId="1181773150" sldId="271"/>
        </pc:sldMkLst>
        <pc:spChg chg="del">
          <ac:chgData name="Hoàng Nguyễn" userId="d51f46e73497885a" providerId="Windows Live" clId="Web-{F151043A-B25D-4D3A-A184-1FAD938277FA}" dt="2020-07-11T12:22:17.189" v="115"/>
          <ac:spMkLst>
            <pc:docMk/>
            <pc:sldMk cId="1181773150" sldId="271"/>
            <ac:spMk id="14" creationId="{FF711810-B0BC-4143-BC2B-1E1BA9D24E2A}"/>
          </ac:spMkLst>
        </pc:spChg>
      </pc:sldChg>
      <pc:sldChg chg="delSp delAnim">
        <pc:chgData name="Hoàng Nguyễn" userId="d51f46e73497885a" providerId="Windows Live" clId="Web-{F151043A-B25D-4D3A-A184-1FAD938277FA}" dt="2020-07-11T12:22:08.080" v="114"/>
        <pc:sldMkLst>
          <pc:docMk/>
          <pc:sldMk cId="3929879675" sldId="272"/>
        </pc:sldMkLst>
        <pc:spChg chg="del">
          <ac:chgData name="Hoàng Nguyễn" userId="d51f46e73497885a" providerId="Windows Live" clId="Web-{F151043A-B25D-4D3A-A184-1FAD938277FA}" dt="2020-07-11T12:22:08.080" v="114"/>
          <ac:spMkLst>
            <pc:docMk/>
            <pc:sldMk cId="3929879675" sldId="272"/>
            <ac:spMk id="14" creationId="{FF711810-B0BC-4143-BC2B-1E1BA9D24E2A}"/>
          </ac:spMkLst>
        </pc:spChg>
      </pc:sldChg>
      <pc:sldChg chg="delSp modSp add replId delAnim">
        <pc:chgData name="Hoàng Nguyễn" userId="d51f46e73497885a" providerId="Windows Live" clId="Web-{F151043A-B25D-4D3A-A184-1FAD938277FA}" dt="2020-07-11T12:22:04.580" v="113"/>
        <pc:sldMkLst>
          <pc:docMk/>
          <pc:sldMk cId="2127855088" sldId="273"/>
        </pc:sldMkLst>
        <pc:spChg chg="mod">
          <ac:chgData name="Hoàng Nguyễn" userId="d51f46e73497885a" providerId="Windows Live" clId="Web-{F151043A-B25D-4D3A-A184-1FAD938277FA}" dt="2020-07-11T12:20:15.314" v="110" actId="20577"/>
          <ac:spMkLst>
            <pc:docMk/>
            <pc:sldMk cId="2127855088" sldId="273"/>
            <ac:spMk id="3" creationId="{77C6424A-756A-45CA-8E35-B2405987881C}"/>
          </ac:spMkLst>
        </pc:spChg>
        <pc:spChg chg="mod">
          <ac:chgData name="Hoàng Nguyễn" userId="d51f46e73497885a" providerId="Windows Live" clId="Web-{F151043A-B25D-4D3A-A184-1FAD938277FA}" dt="2020-07-11T12:19:00.689" v="1" actId="20577"/>
          <ac:spMkLst>
            <pc:docMk/>
            <pc:sldMk cId="2127855088" sldId="273"/>
            <ac:spMk id="4" creationId="{62077CAF-0911-4288-8FCC-652B3AFF166F}"/>
          </ac:spMkLst>
        </pc:spChg>
        <pc:spChg chg="del">
          <ac:chgData name="Hoàng Nguyễn" userId="d51f46e73497885a" providerId="Windows Live" clId="Web-{F151043A-B25D-4D3A-A184-1FAD938277FA}" dt="2020-07-11T12:22:04.580" v="113"/>
          <ac:spMkLst>
            <pc:docMk/>
            <pc:sldMk cId="2127855088" sldId="273"/>
            <ac:spMk id="14" creationId="{FF711810-B0BC-4143-BC2B-1E1BA9D24E2A}"/>
          </ac:spMkLst>
        </pc:spChg>
      </pc:sldChg>
      <pc:sldChg chg="addSp delSp modSp add replId addAnim delAnim modAnim">
        <pc:chgData name="Hoàng Nguyễn" userId="d51f46e73497885a" providerId="Windows Live" clId="Web-{F151043A-B25D-4D3A-A184-1FAD938277FA}" dt="2020-07-11T12:26:02.423" v="145"/>
        <pc:sldMkLst>
          <pc:docMk/>
          <pc:sldMk cId="933472951" sldId="274"/>
        </pc:sldMkLst>
        <pc:spChg chg="mod">
          <ac:chgData name="Hoàng Nguyễn" userId="d51f46e73497885a" providerId="Windows Live" clId="Web-{F151043A-B25D-4D3A-A184-1FAD938277FA}" dt="2020-07-11T12:25:15.127" v="121" actId="20577"/>
          <ac:spMkLst>
            <pc:docMk/>
            <pc:sldMk cId="933472951" sldId="274"/>
            <ac:spMk id="2" creationId="{00000000-0000-0000-0000-000000000000}"/>
          </ac:spMkLst>
        </pc:spChg>
        <pc:spChg chg="del">
          <ac:chgData name="Hoàng Nguyễn" userId="d51f46e73497885a" providerId="Windows Live" clId="Web-{F151043A-B25D-4D3A-A184-1FAD938277FA}" dt="2020-07-11T12:25:44.142" v="140"/>
          <ac:spMkLst>
            <pc:docMk/>
            <pc:sldMk cId="933472951" sldId="274"/>
            <ac:spMk id="3" creationId="{77C6424A-756A-45CA-8E35-B2405987881C}"/>
          </ac:spMkLst>
        </pc:spChg>
        <pc:spChg chg="mod">
          <ac:chgData name="Hoàng Nguyễn" userId="d51f46e73497885a" providerId="Windows Live" clId="Web-{F151043A-B25D-4D3A-A184-1FAD938277FA}" dt="2020-07-11T12:25:34.970" v="137" actId="20577"/>
          <ac:spMkLst>
            <pc:docMk/>
            <pc:sldMk cId="933472951" sldId="274"/>
            <ac:spMk id="4" creationId="{62077CAF-0911-4288-8FCC-652B3AFF166F}"/>
          </ac:spMkLst>
        </pc:spChg>
        <pc:picChg chg="add mod">
          <ac:chgData name="Hoàng Nguyễn" userId="d51f46e73497885a" providerId="Windows Live" clId="Web-{F151043A-B25D-4D3A-A184-1FAD938277FA}" dt="2020-07-11T12:25:56.501" v="143" actId="14100"/>
          <ac:picMkLst>
            <pc:docMk/>
            <pc:sldMk cId="933472951" sldId="274"/>
            <ac:picMk id="5" creationId="{02F7713A-BB8A-42E4-85FD-17C6DE86CF0F}"/>
          </ac:picMkLst>
        </pc:picChg>
      </pc:sldChg>
      <pc:sldChg chg="addSp delSp modSp add replId delAnim">
        <pc:chgData name="Hoàng Nguyễn" userId="d51f46e73497885a" providerId="Windows Live" clId="Web-{F151043A-B25D-4D3A-A184-1FAD938277FA}" dt="2020-07-11T12:29:34.094" v="192" actId="14100"/>
        <pc:sldMkLst>
          <pc:docMk/>
          <pc:sldMk cId="1371938351" sldId="275"/>
        </pc:sldMkLst>
        <pc:spChg chg="mod">
          <ac:chgData name="Hoàng Nguyễn" userId="d51f46e73497885a" providerId="Windows Live" clId="Web-{F151043A-B25D-4D3A-A184-1FAD938277FA}" dt="2020-07-11T12:26:42.688" v="166" actId="20577"/>
          <ac:spMkLst>
            <pc:docMk/>
            <pc:sldMk cId="1371938351" sldId="275"/>
            <ac:spMk id="4" creationId="{62077CAF-0911-4288-8FCC-652B3AFF166F}"/>
          </ac:spMkLst>
        </pc:spChg>
        <pc:picChg chg="add mod">
          <ac:chgData name="Hoàng Nguyễn" userId="d51f46e73497885a" providerId="Windows Live" clId="Web-{F151043A-B25D-4D3A-A184-1FAD938277FA}" dt="2020-07-11T12:29:34.094" v="192" actId="14100"/>
          <ac:picMkLst>
            <pc:docMk/>
            <pc:sldMk cId="1371938351" sldId="275"/>
            <ac:picMk id="3" creationId="{B099A295-820C-4430-9F81-14D51FE279E4}"/>
          </ac:picMkLst>
        </pc:picChg>
        <pc:picChg chg="del">
          <ac:chgData name="Hoàng Nguyễn" userId="d51f46e73497885a" providerId="Windows Live" clId="Web-{F151043A-B25D-4D3A-A184-1FAD938277FA}" dt="2020-07-11T12:26:44.845" v="168"/>
          <ac:picMkLst>
            <pc:docMk/>
            <pc:sldMk cId="1371938351" sldId="275"/>
            <ac:picMk id="5" creationId="{02F7713A-BB8A-42E4-85FD-17C6DE86CF0F}"/>
          </ac:picMkLst>
        </pc:picChg>
      </pc:sldChg>
      <pc:sldChg chg="addSp delSp modSp add replId">
        <pc:chgData name="Hoàng Nguyễn" userId="d51f46e73497885a" providerId="Windows Live" clId="Web-{F151043A-B25D-4D3A-A184-1FAD938277FA}" dt="2020-07-11T12:29:22.734" v="189" actId="14100"/>
        <pc:sldMkLst>
          <pc:docMk/>
          <pc:sldMk cId="126104299" sldId="276"/>
        </pc:sldMkLst>
        <pc:spChg chg="mod">
          <ac:chgData name="Hoàng Nguyễn" userId="d51f46e73497885a" providerId="Windows Live" clId="Web-{F151043A-B25D-4D3A-A184-1FAD938277FA}" dt="2020-07-11T12:28:46.938" v="177" actId="20577"/>
          <ac:spMkLst>
            <pc:docMk/>
            <pc:sldMk cId="126104299" sldId="276"/>
            <ac:spMk id="4" creationId="{62077CAF-0911-4288-8FCC-652B3AFF166F}"/>
          </ac:spMkLst>
        </pc:spChg>
        <pc:picChg chg="del">
          <ac:chgData name="Hoàng Nguyễn" userId="d51f46e73497885a" providerId="Windows Live" clId="Web-{F151043A-B25D-4D3A-A184-1FAD938277FA}" dt="2020-07-11T12:28:46.969" v="179"/>
          <ac:picMkLst>
            <pc:docMk/>
            <pc:sldMk cId="126104299" sldId="276"/>
            <ac:picMk id="3" creationId="{B099A295-820C-4430-9F81-14D51FE279E4}"/>
          </ac:picMkLst>
        </pc:picChg>
        <pc:picChg chg="add mod">
          <ac:chgData name="Hoàng Nguyễn" userId="d51f46e73497885a" providerId="Windows Live" clId="Web-{F151043A-B25D-4D3A-A184-1FAD938277FA}" dt="2020-07-11T12:29:22.734" v="189" actId="14100"/>
          <ac:picMkLst>
            <pc:docMk/>
            <pc:sldMk cId="126104299" sldId="276"/>
            <ac:picMk id="5" creationId="{42F8856C-42BE-4B37-919D-9B4F4CF6F3BB}"/>
          </ac:picMkLst>
        </pc:picChg>
      </pc:sldChg>
      <pc:sldChg chg="addSp delSp modSp add replId addAnim modAnim">
        <pc:chgData name="Hoàng Nguyễn" userId="d51f46e73497885a" providerId="Windows Live" clId="Web-{F151043A-B25D-4D3A-A184-1FAD938277FA}" dt="2020-07-11T14:10:07.303" v="834"/>
        <pc:sldMkLst>
          <pc:docMk/>
          <pc:sldMk cId="3664068880" sldId="277"/>
        </pc:sldMkLst>
        <pc:spChg chg="mod">
          <ac:chgData name="Hoàng Nguyễn" userId="d51f46e73497885a" providerId="Windows Live" clId="Web-{F151043A-B25D-4D3A-A184-1FAD938277FA}" dt="2020-07-11T13:01:02.494" v="254" actId="20577"/>
          <ac:spMkLst>
            <pc:docMk/>
            <pc:sldMk cId="3664068880" sldId="277"/>
            <ac:spMk id="2" creationId="{00000000-0000-0000-0000-000000000000}"/>
          </ac:spMkLst>
        </pc:spChg>
        <pc:spChg chg="del mod">
          <ac:chgData name="Hoàng Nguyễn" userId="d51f46e73497885a" providerId="Windows Live" clId="Web-{F151043A-B25D-4D3A-A184-1FAD938277FA}" dt="2020-07-11T14:00:30.469" v="260"/>
          <ac:spMkLst>
            <pc:docMk/>
            <pc:sldMk cId="3664068880" sldId="277"/>
            <ac:spMk id="3" creationId="{BF3F5286-930D-4F70-815F-5E21E46F64DB}"/>
          </ac:spMkLst>
        </pc:spChg>
        <pc:spChg chg="add mod">
          <ac:chgData name="Hoàng Nguyễn" userId="d51f46e73497885a" providerId="Windows Live" clId="Web-{F151043A-B25D-4D3A-A184-1FAD938277FA}" dt="2020-07-11T14:07:09.751" v="830" actId="20577"/>
          <ac:spMkLst>
            <pc:docMk/>
            <pc:sldMk cId="3664068880" sldId="277"/>
            <ac:spMk id="4" creationId="{CAC0FE78-96CC-4BC9-BB45-27A127E0A80B}"/>
          </ac:spMkLst>
        </pc:spChg>
      </pc:sldChg>
      <pc:sldChg chg="modSp add replId addAnim modAnim">
        <pc:chgData name="Hoàng Nguyễn" userId="d51f46e73497885a" providerId="Windows Live" clId="Web-{F151043A-B25D-4D3A-A184-1FAD938277FA}" dt="2020-07-11T14:12:40.975" v="1057"/>
        <pc:sldMkLst>
          <pc:docMk/>
          <pc:sldMk cId="3116802431" sldId="278"/>
        </pc:sldMkLst>
        <pc:spChg chg="mod">
          <ac:chgData name="Hoàng Nguyễn" userId="d51f46e73497885a" providerId="Windows Live" clId="Web-{F151043A-B25D-4D3A-A184-1FAD938277FA}" dt="2020-07-11T14:12:28.975" v="1053" actId="20577"/>
          <ac:spMkLst>
            <pc:docMk/>
            <pc:sldMk cId="3116802431" sldId="278"/>
            <ac:spMk id="4" creationId="{CAC0FE78-96CC-4BC9-BB45-27A127E0A80B}"/>
          </ac:spMkLst>
        </pc:spChg>
      </pc:sldChg>
      <pc:sldChg chg="modSp add replId">
        <pc:chgData name="Hoàng Nguyễn" userId="d51f46e73497885a" providerId="Windows Live" clId="Web-{F151043A-B25D-4D3A-A184-1FAD938277FA}" dt="2020-07-11T14:17:31.476" v="1216" actId="20577"/>
        <pc:sldMkLst>
          <pc:docMk/>
          <pc:sldMk cId="881570997" sldId="279"/>
        </pc:sldMkLst>
        <pc:spChg chg="mod">
          <ac:chgData name="Hoàng Nguyễn" userId="d51f46e73497885a" providerId="Windows Live" clId="Web-{F151043A-B25D-4D3A-A184-1FAD938277FA}" dt="2020-07-11T14:17:31.476" v="1216" actId="20577"/>
          <ac:spMkLst>
            <pc:docMk/>
            <pc:sldMk cId="881570997" sldId="279"/>
            <ac:spMk id="4" creationId="{CAC0FE78-96CC-4BC9-BB45-27A127E0A8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7/15/2020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7/15/2020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05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- </a:t>
            </a:r>
            <a:r>
              <a:rPr lang="en-US" err="1"/>
              <a:t>xã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, </a:t>
            </a:r>
            <a:r>
              <a:rPr lang="en-US" err="1"/>
              <a:t>ảnh</a:t>
            </a:r>
            <a:r>
              <a:rPr lang="en-US"/>
              <a:t> </a:t>
            </a:r>
            <a:r>
              <a:rPr lang="en-US" err="1"/>
              <a:t>hưởng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quốc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hoá</a:t>
            </a:r>
            <a:endParaRPr lang="vi-VN" err="1"/>
          </a:p>
          <a:p>
            <a:r>
              <a:rPr lang="en-US"/>
              <a:t>⇒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vô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Tiếng</a:t>
            </a:r>
            <a:r>
              <a:rPr lang="en-US"/>
              <a:t> Anh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nói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thiếu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, </a:t>
            </a:r>
            <a:r>
              <a:rPr lang="en-US" err="1"/>
              <a:t>tổ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. Tuy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lẽ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đủ</a:t>
            </a:r>
          </a:p>
          <a:p>
            <a:r>
              <a:rPr lang="en-US"/>
              <a:t>⇒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đến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Lý</a:t>
            </a:r>
            <a:r>
              <a:rPr lang="en-US"/>
              <a:t> do: 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Tăng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, </a:t>
            </a:r>
            <a:r>
              <a:rPr lang="en-US" err="1"/>
              <a:t>mức</a:t>
            </a:r>
            <a:r>
              <a:rPr lang="en-US"/>
              <a:t> </a:t>
            </a:r>
            <a:r>
              <a:rPr lang="en-US" err="1"/>
              <a:t>lương</a:t>
            </a:r>
            <a:r>
              <a:rPr lang="en-US"/>
              <a:t> </a:t>
            </a:r>
            <a:r>
              <a:rPr lang="en-US" err="1"/>
              <a:t>thưởng</a:t>
            </a:r>
            <a:r>
              <a:rPr lang="en-US"/>
              <a:t> </a:t>
            </a:r>
            <a:r>
              <a:rPr lang="en-US" err="1"/>
              <a:t>hấp</a:t>
            </a:r>
            <a:r>
              <a:rPr lang="en-US"/>
              <a:t> </a:t>
            </a:r>
            <a:r>
              <a:rPr lang="en-US" err="1"/>
              <a:t>dẫn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hoá</a:t>
            </a:r>
            <a:r>
              <a:rPr lang="en-US"/>
              <a:t>, con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Nhât</a:t>
            </a:r>
            <a:r>
              <a:rPr lang="en-US"/>
              <a:t> -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nên</a:t>
            </a:r>
            <a:r>
              <a:rPr lang="en-US"/>
              <a:t> </a:t>
            </a:r>
            <a:r>
              <a:rPr lang="en-US" err="1"/>
              <a:t>noi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nét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endParaRPr lang="en-US"/>
          </a:p>
          <a:p>
            <a:pPr lvl="1"/>
            <a:r>
              <a:rPr lang="en-US"/>
              <a:t>⇒  </a:t>
            </a:r>
            <a:r>
              <a:rPr lang="en-US" err="1"/>
              <a:t>Vì</a:t>
            </a:r>
            <a:r>
              <a:rPr lang="en-US"/>
              <a:t> </a:t>
            </a:r>
            <a:r>
              <a:rPr lang="en-US" err="1"/>
              <a:t>vậy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ta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website, </a:t>
            </a:r>
            <a:r>
              <a:rPr lang="en-US" err="1"/>
              <a:t>mà</a:t>
            </a:r>
            <a:r>
              <a:rPr lang="en-US"/>
              <a:t> ở </a:t>
            </a:r>
            <a:r>
              <a:rPr lang="en-US" err="1"/>
              <a:t>đó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ta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vốn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13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- </a:t>
            </a:r>
            <a:r>
              <a:rPr lang="en-US" err="1"/>
              <a:t>xã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, </a:t>
            </a:r>
            <a:r>
              <a:rPr lang="en-US" err="1"/>
              <a:t>ảnh</a:t>
            </a:r>
            <a:r>
              <a:rPr lang="en-US"/>
              <a:t> </a:t>
            </a:r>
            <a:r>
              <a:rPr lang="en-US" err="1"/>
              <a:t>hưởng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quốc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hoá</a:t>
            </a:r>
            <a:endParaRPr lang="vi-VN" err="1"/>
          </a:p>
          <a:p>
            <a:r>
              <a:rPr lang="en-US"/>
              <a:t>⇒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vô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Tiếng</a:t>
            </a:r>
            <a:r>
              <a:rPr lang="en-US"/>
              <a:t> Anh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nói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thiếu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, </a:t>
            </a:r>
            <a:r>
              <a:rPr lang="en-US" err="1"/>
              <a:t>tổ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. Tuy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lẽ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đủ</a:t>
            </a:r>
          </a:p>
          <a:p>
            <a:r>
              <a:rPr lang="en-US"/>
              <a:t>⇒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đến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Lý</a:t>
            </a:r>
            <a:r>
              <a:rPr lang="en-US"/>
              <a:t> do: 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Tăng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, </a:t>
            </a:r>
            <a:r>
              <a:rPr lang="en-US" err="1"/>
              <a:t>mức</a:t>
            </a:r>
            <a:r>
              <a:rPr lang="en-US"/>
              <a:t> </a:t>
            </a:r>
            <a:r>
              <a:rPr lang="en-US" err="1"/>
              <a:t>lương</a:t>
            </a:r>
            <a:r>
              <a:rPr lang="en-US"/>
              <a:t> </a:t>
            </a:r>
            <a:r>
              <a:rPr lang="en-US" err="1"/>
              <a:t>thưởng</a:t>
            </a:r>
            <a:r>
              <a:rPr lang="en-US"/>
              <a:t> </a:t>
            </a:r>
            <a:r>
              <a:rPr lang="en-US" err="1"/>
              <a:t>hấp</a:t>
            </a:r>
            <a:r>
              <a:rPr lang="en-US"/>
              <a:t> </a:t>
            </a:r>
            <a:r>
              <a:rPr lang="en-US" err="1"/>
              <a:t>dẫn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hoá</a:t>
            </a:r>
            <a:r>
              <a:rPr lang="en-US"/>
              <a:t>, con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Nhât</a:t>
            </a:r>
            <a:r>
              <a:rPr lang="en-US"/>
              <a:t> -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nên</a:t>
            </a:r>
            <a:r>
              <a:rPr lang="en-US"/>
              <a:t> </a:t>
            </a:r>
            <a:r>
              <a:rPr lang="en-US" err="1"/>
              <a:t>noi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nét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endParaRPr lang="en-US"/>
          </a:p>
          <a:p>
            <a:pPr lvl="1"/>
            <a:r>
              <a:rPr lang="en-US"/>
              <a:t>⇒  </a:t>
            </a:r>
            <a:r>
              <a:rPr lang="en-US" err="1"/>
              <a:t>Vì</a:t>
            </a:r>
            <a:r>
              <a:rPr lang="en-US"/>
              <a:t> </a:t>
            </a:r>
            <a:r>
              <a:rPr lang="en-US" err="1"/>
              <a:t>vậy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ta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website, </a:t>
            </a:r>
            <a:r>
              <a:rPr lang="en-US" err="1"/>
              <a:t>mà</a:t>
            </a:r>
            <a:r>
              <a:rPr lang="en-US"/>
              <a:t> ở </a:t>
            </a:r>
            <a:r>
              <a:rPr lang="en-US" err="1"/>
              <a:t>đó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ta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vốn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54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- </a:t>
            </a:r>
            <a:r>
              <a:rPr lang="en-US" err="1"/>
              <a:t>xã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, </a:t>
            </a:r>
            <a:r>
              <a:rPr lang="en-US" err="1"/>
              <a:t>ảnh</a:t>
            </a:r>
            <a:r>
              <a:rPr lang="en-US"/>
              <a:t> </a:t>
            </a:r>
            <a:r>
              <a:rPr lang="en-US" err="1"/>
              <a:t>hưởng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quốc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hoá</a:t>
            </a:r>
            <a:endParaRPr lang="vi-VN" err="1"/>
          </a:p>
          <a:p>
            <a:r>
              <a:rPr lang="en-US"/>
              <a:t>⇒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vô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Tiếng</a:t>
            </a:r>
            <a:r>
              <a:rPr lang="en-US"/>
              <a:t> Anh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nói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thiếu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, </a:t>
            </a:r>
            <a:r>
              <a:rPr lang="en-US" err="1"/>
              <a:t>tổ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. Tuy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lẽ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đủ</a:t>
            </a:r>
          </a:p>
          <a:p>
            <a:r>
              <a:rPr lang="en-US"/>
              <a:t>⇒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đến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Lý</a:t>
            </a:r>
            <a:r>
              <a:rPr lang="en-US"/>
              <a:t> do: 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Tăng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, </a:t>
            </a:r>
            <a:r>
              <a:rPr lang="en-US" err="1"/>
              <a:t>mức</a:t>
            </a:r>
            <a:r>
              <a:rPr lang="en-US"/>
              <a:t> </a:t>
            </a:r>
            <a:r>
              <a:rPr lang="en-US" err="1"/>
              <a:t>lương</a:t>
            </a:r>
            <a:r>
              <a:rPr lang="en-US"/>
              <a:t> </a:t>
            </a:r>
            <a:r>
              <a:rPr lang="en-US" err="1"/>
              <a:t>thưởng</a:t>
            </a:r>
            <a:r>
              <a:rPr lang="en-US"/>
              <a:t> </a:t>
            </a:r>
            <a:r>
              <a:rPr lang="en-US" err="1"/>
              <a:t>hấp</a:t>
            </a:r>
            <a:r>
              <a:rPr lang="en-US"/>
              <a:t> </a:t>
            </a:r>
            <a:r>
              <a:rPr lang="en-US" err="1"/>
              <a:t>dẫn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hoá</a:t>
            </a:r>
            <a:r>
              <a:rPr lang="en-US"/>
              <a:t>, con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Nhât</a:t>
            </a:r>
            <a:r>
              <a:rPr lang="en-US"/>
              <a:t> -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nên</a:t>
            </a:r>
            <a:r>
              <a:rPr lang="en-US"/>
              <a:t> </a:t>
            </a:r>
            <a:r>
              <a:rPr lang="en-US" err="1"/>
              <a:t>noi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nét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endParaRPr lang="en-US"/>
          </a:p>
          <a:p>
            <a:pPr lvl="1"/>
            <a:r>
              <a:rPr lang="en-US"/>
              <a:t>⇒  </a:t>
            </a:r>
            <a:r>
              <a:rPr lang="en-US" err="1"/>
              <a:t>Vì</a:t>
            </a:r>
            <a:r>
              <a:rPr lang="en-US"/>
              <a:t> </a:t>
            </a:r>
            <a:r>
              <a:rPr lang="en-US" err="1"/>
              <a:t>vậy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ta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website, </a:t>
            </a:r>
            <a:r>
              <a:rPr lang="en-US" err="1"/>
              <a:t>mà</a:t>
            </a:r>
            <a:r>
              <a:rPr lang="en-US"/>
              <a:t> ở </a:t>
            </a:r>
            <a:r>
              <a:rPr lang="en-US" err="1"/>
              <a:t>đó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ta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vốn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83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- </a:t>
            </a:r>
            <a:r>
              <a:rPr lang="en-US" err="1"/>
              <a:t>xã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, </a:t>
            </a:r>
            <a:r>
              <a:rPr lang="en-US" err="1"/>
              <a:t>ảnh</a:t>
            </a:r>
            <a:r>
              <a:rPr lang="en-US"/>
              <a:t> </a:t>
            </a:r>
            <a:r>
              <a:rPr lang="en-US" err="1"/>
              <a:t>hưởng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quốc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hoá</a:t>
            </a:r>
            <a:endParaRPr lang="vi-VN" err="1"/>
          </a:p>
          <a:p>
            <a:r>
              <a:rPr lang="en-US"/>
              <a:t>⇒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vô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Tiếng</a:t>
            </a:r>
            <a:r>
              <a:rPr lang="en-US"/>
              <a:t> Anh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nói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thiếu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, </a:t>
            </a:r>
            <a:r>
              <a:rPr lang="en-US" err="1"/>
              <a:t>tổ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. Tuy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lẽ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đủ</a:t>
            </a:r>
          </a:p>
          <a:p>
            <a:r>
              <a:rPr lang="en-US"/>
              <a:t>⇒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đến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Lý</a:t>
            </a:r>
            <a:r>
              <a:rPr lang="en-US"/>
              <a:t> do: 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Tăng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, </a:t>
            </a:r>
            <a:r>
              <a:rPr lang="en-US" err="1"/>
              <a:t>mức</a:t>
            </a:r>
            <a:r>
              <a:rPr lang="en-US"/>
              <a:t> </a:t>
            </a:r>
            <a:r>
              <a:rPr lang="en-US" err="1"/>
              <a:t>lương</a:t>
            </a:r>
            <a:r>
              <a:rPr lang="en-US"/>
              <a:t> </a:t>
            </a:r>
            <a:r>
              <a:rPr lang="en-US" err="1"/>
              <a:t>thưởng</a:t>
            </a:r>
            <a:r>
              <a:rPr lang="en-US"/>
              <a:t> </a:t>
            </a:r>
            <a:r>
              <a:rPr lang="en-US" err="1"/>
              <a:t>hấp</a:t>
            </a:r>
            <a:r>
              <a:rPr lang="en-US"/>
              <a:t> </a:t>
            </a:r>
            <a:r>
              <a:rPr lang="en-US" err="1"/>
              <a:t>dẫn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hoá</a:t>
            </a:r>
            <a:r>
              <a:rPr lang="en-US"/>
              <a:t>, con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Nhât</a:t>
            </a:r>
            <a:r>
              <a:rPr lang="en-US"/>
              <a:t> -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nên</a:t>
            </a:r>
            <a:r>
              <a:rPr lang="en-US"/>
              <a:t> </a:t>
            </a:r>
            <a:r>
              <a:rPr lang="en-US" err="1"/>
              <a:t>noi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nét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endParaRPr lang="en-US"/>
          </a:p>
          <a:p>
            <a:pPr lvl="1"/>
            <a:r>
              <a:rPr lang="en-US"/>
              <a:t>⇒  </a:t>
            </a:r>
            <a:r>
              <a:rPr lang="en-US" err="1"/>
              <a:t>Vì</a:t>
            </a:r>
            <a:r>
              <a:rPr lang="en-US"/>
              <a:t> </a:t>
            </a:r>
            <a:r>
              <a:rPr lang="en-US" err="1"/>
              <a:t>vậy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ta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website, </a:t>
            </a:r>
            <a:r>
              <a:rPr lang="en-US" err="1"/>
              <a:t>mà</a:t>
            </a:r>
            <a:r>
              <a:rPr lang="en-US"/>
              <a:t> ở </a:t>
            </a:r>
            <a:r>
              <a:rPr lang="en-US" err="1"/>
              <a:t>đó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ta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vốn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2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</a:rPr>
              <a:t>Các chức năng chính: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Khoá học theo các chủ đề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 các bảng chữ cái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Forum thảo luận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Ôn tập, bài tập kiểm tra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Lọc, tìm kiếm theo chủ đề học</a:t>
            </a:r>
          </a:p>
          <a:p>
            <a:pPr marL="0" lvl="0" indent="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</a:rPr>
              <a:t>Ưu điểm: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chức năng của trang web được thể hiện rõ ràng, phân theo cụm chức năng nên dễ dàng sử dụng, tìm kiếm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bài học được hiển thị theo dạng danh sách card kèm hình ảnh, giúp bài học sinh động dễ hiểu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Trang web ít có quảng cáo, giúp trải nghiệm người dùng được tốt hơn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thể sử dụng trên điện thoại</a:t>
            </a:r>
          </a:p>
          <a:p>
            <a:pPr marL="0" lvl="0" indent="-228600" algn="just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vi-VN" sz="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vi-VN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Tốc độ load trang nhanh</a:t>
            </a:r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- </a:t>
            </a:r>
            <a:r>
              <a:rPr lang="en-US" err="1"/>
              <a:t>xã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, </a:t>
            </a:r>
            <a:r>
              <a:rPr lang="en-US" err="1"/>
              <a:t>ảnh</a:t>
            </a:r>
            <a:r>
              <a:rPr lang="en-US"/>
              <a:t> </a:t>
            </a:r>
            <a:r>
              <a:rPr lang="en-US" err="1"/>
              <a:t>hưởng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quốc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hoá</a:t>
            </a:r>
            <a:endParaRPr lang="vi-VN" err="1"/>
          </a:p>
          <a:p>
            <a:r>
              <a:rPr lang="en-US"/>
              <a:t>⇒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vô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Tiếng</a:t>
            </a:r>
            <a:r>
              <a:rPr lang="en-US"/>
              <a:t> Anh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nói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thiếu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, </a:t>
            </a:r>
            <a:r>
              <a:rPr lang="en-US" err="1"/>
              <a:t>tổ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. Tuy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lẽ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đủ</a:t>
            </a:r>
          </a:p>
          <a:p>
            <a:r>
              <a:rPr lang="en-US"/>
              <a:t>⇒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đến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Lý</a:t>
            </a:r>
            <a:r>
              <a:rPr lang="en-US"/>
              <a:t> do: 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Tăng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, </a:t>
            </a:r>
            <a:r>
              <a:rPr lang="en-US" err="1"/>
              <a:t>mức</a:t>
            </a:r>
            <a:r>
              <a:rPr lang="en-US"/>
              <a:t> </a:t>
            </a:r>
            <a:r>
              <a:rPr lang="en-US" err="1"/>
              <a:t>lương</a:t>
            </a:r>
            <a:r>
              <a:rPr lang="en-US"/>
              <a:t> </a:t>
            </a:r>
            <a:r>
              <a:rPr lang="en-US" err="1"/>
              <a:t>thưởng</a:t>
            </a:r>
            <a:r>
              <a:rPr lang="en-US"/>
              <a:t> </a:t>
            </a:r>
            <a:r>
              <a:rPr lang="en-US" err="1"/>
              <a:t>hấp</a:t>
            </a:r>
            <a:r>
              <a:rPr lang="en-US"/>
              <a:t> </a:t>
            </a:r>
            <a:r>
              <a:rPr lang="en-US" err="1"/>
              <a:t>dẫn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hoá</a:t>
            </a:r>
            <a:r>
              <a:rPr lang="en-US"/>
              <a:t>, con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Nhât</a:t>
            </a:r>
            <a:r>
              <a:rPr lang="en-US"/>
              <a:t> -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nên</a:t>
            </a:r>
            <a:r>
              <a:rPr lang="en-US"/>
              <a:t> </a:t>
            </a:r>
            <a:r>
              <a:rPr lang="en-US" err="1"/>
              <a:t>noi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nét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endParaRPr lang="en-US"/>
          </a:p>
          <a:p>
            <a:pPr lvl="1"/>
            <a:r>
              <a:rPr lang="en-US"/>
              <a:t>⇒  </a:t>
            </a:r>
            <a:r>
              <a:rPr lang="en-US" err="1"/>
              <a:t>Vì</a:t>
            </a:r>
            <a:r>
              <a:rPr lang="en-US"/>
              <a:t> </a:t>
            </a:r>
            <a:r>
              <a:rPr lang="en-US" err="1"/>
              <a:t>vậy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ta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website, </a:t>
            </a:r>
            <a:r>
              <a:rPr lang="en-US" err="1"/>
              <a:t>mà</a:t>
            </a:r>
            <a:r>
              <a:rPr lang="en-US"/>
              <a:t> ở </a:t>
            </a:r>
            <a:r>
              <a:rPr lang="en-US" err="1"/>
              <a:t>đó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ta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vốn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5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- </a:t>
            </a:r>
            <a:r>
              <a:rPr lang="en-US" err="1"/>
              <a:t>xã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, </a:t>
            </a:r>
            <a:r>
              <a:rPr lang="en-US" err="1"/>
              <a:t>ảnh</a:t>
            </a:r>
            <a:r>
              <a:rPr lang="en-US"/>
              <a:t> </a:t>
            </a:r>
            <a:r>
              <a:rPr lang="en-US" err="1"/>
              <a:t>hưởng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 </a:t>
            </a:r>
            <a:r>
              <a:rPr lang="en-US" err="1"/>
              <a:t>kinh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quốc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toàn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hoá</a:t>
            </a:r>
            <a:endParaRPr lang="vi-VN" err="1"/>
          </a:p>
          <a:p>
            <a:r>
              <a:rPr lang="en-US"/>
              <a:t>⇒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đóng</a:t>
            </a:r>
            <a:r>
              <a:rPr lang="en-US"/>
              <a:t>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trò</a:t>
            </a:r>
            <a:r>
              <a:rPr lang="en-US"/>
              <a:t> </a:t>
            </a:r>
            <a:r>
              <a:rPr lang="en-US" err="1"/>
              <a:t>vô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Tiếng</a:t>
            </a:r>
            <a:r>
              <a:rPr lang="en-US"/>
              <a:t> Anh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ngoại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nói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thiếu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cá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, </a:t>
            </a:r>
            <a:r>
              <a:rPr lang="en-US" err="1"/>
              <a:t>tổ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nào</a:t>
            </a:r>
            <a:r>
              <a:rPr lang="en-US"/>
              <a:t>. Tuy </a:t>
            </a:r>
            <a:r>
              <a:rPr lang="en-US" err="1"/>
              <a:t>nhiên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lẽ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đủ</a:t>
            </a:r>
          </a:p>
          <a:p>
            <a:r>
              <a:rPr lang="en-US"/>
              <a:t>⇒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phù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đến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Lý</a:t>
            </a:r>
            <a:r>
              <a:rPr lang="en-US"/>
              <a:t> do: 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Tăng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hội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, </a:t>
            </a:r>
            <a:r>
              <a:rPr lang="en-US" err="1"/>
              <a:t>mức</a:t>
            </a:r>
            <a:r>
              <a:rPr lang="en-US"/>
              <a:t> </a:t>
            </a:r>
            <a:r>
              <a:rPr lang="en-US" err="1"/>
              <a:t>lương</a:t>
            </a:r>
            <a:r>
              <a:rPr lang="en-US"/>
              <a:t> </a:t>
            </a:r>
            <a:r>
              <a:rPr lang="en-US" err="1"/>
              <a:t>thưởng</a:t>
            </a:r>
            <a:r>
              <a:rPr lang="en-US"/>
              <a:t> </a:t>
            </a:r>
            <a:r>
              <a:rPr lang="en-US" err="1"/>
              <a:t>hấp</a:t>
            </a:r>
            <a:r>
              <a:rPr lang="en-US"/>
              <a:t> </a:t>
            </a:r>
            <a:r>
              <a:rPr lang="en-US" err="1"/>
              <a:t>dẫn</a:t>
            </a:r>
          </a:p>
          <a:p>
            <a:pPr marL="628650" lvl="1" indent="-171450">
              <a:buFont typeface="Arial"/>
              <a:buChar char="•"/>
            </a:pP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hoá</a:t>
            </a:r>
            <a:r>
              <a:rPr lang="en-US"/>
              <a:t>, con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Nhât</a:t>
            </a:r>
            <a:r>
              <a:rPr lang="en-US"/>
              <a:t> -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chúng</a:t>
            </a:r>
            <a:r>
              <a:rPr lang="en-US"/>
              <a:t> ta </a:t>
            </a:r>
            <a:r>
              <a:rPr lang="en-US" err="1"/>
              <a:t>nên</a:t>
            </a:r>
            <a:r>
              <a:rPr lang="en-US"/>
              <a:t> </a:t>
            </a:r>
            <a:r>
              <a:rPr lang="en-US" err="1"/>
              <a:t>noi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pPr marL="628650" lvl="1" indent="-171450">
              <a:buFont typeface="Arial"/>
              <a:buChar char="•"/>
            </a:pP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</a:t>
            </a:r>
            <a:r>
              <a:rPr lang="en-US" err="1"/>
              <a:t>nét</a:t>
            </a:r>
            <a:r>
              <a:rPr lang="en-US"/>
              <a:t>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đất</a:t>
            </a:r>
            <a:r>
              <a:rPr lang="en-US"/>
              <a:t> </a:t>
            </a:r>
            <a:r>
              <a:rPr lang="en-US" err="1"/>
              <a:t>nước</a:t>
            </a:r>
            <a:endParaRPr lang="en-US"/>
          </a:p>
          <a:p>
            <a:pPr lvl="1"/>
            <a:r>
              <a:rPr lang="en-US"/>
              <a:t>⇒  </a:t>
            </a:r>
            <a:r>
              <a:rPr lang="en-US" err="1"/>
              <a:t>Vì</a:t>
            </a:r>
            <a:r>
              <a:rPr lang="en-US"/>
              <a:t> </a:t>
            </a:r>
            <a:r>
              <a:rPr lang="en-US" err="1"/>
              <a:t>vậy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tiếng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ta </a:t>
            </a:r>
            <a:r>
              <a:rPr lang="en-US" err="1"/>
              <a:t>rất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website, </a:t>
            </a:r>
            <a:r>
              <a:rPr lang="en-US" err="1"/>
              <a:t>mà</a:t>
            </a:r>
            <a:r>
              <a:rPr lang="en-US"/>
              <a:t> ở </a:t>
            </a:r>
            <a:r>
              <a:rPr lang="en-US" err="1"/>
              <a:t>đó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ta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vốn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97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24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01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68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89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22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51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8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11" name="Picture 10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11" name="Picture Placeholder 10" title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0" name="Picture 9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 title="Ribbon tab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 title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7/15/2020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 level</a:t>
            </a:r>
          </a:p>
          <a:p>
            <a:pPr lvl="6"/>
            <a:r>
              <a:t>Seventh level</a:t>
            </a:r>
          </a:p>
          <a:p>
            <a:pPr lvl="7"/>
            <a:r>
              <a:t>Eighth level</a:t>
            </a:r>
          </a:p>
          <a:p>
            <a:pPr lvl="8"/>
            <a:r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5" descr="Ảnh có chứa vẽ&#10;&#10;Mô tả được tự động tạo">
            <a:extLst>
              <a:ext uri="{FF2B5EF4-FFF2-40B4-BE49-F238E27FC236}">
                <a16:creationId xmlns:a16="http://schemas.microsoft.com/office/drawing/2014/main" id="{15A7C5C1-6650-4F9F-A8D5-04004864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26" y="98379"/>
            <a:ext cx="7058025" cy="1076325"/>
          </a:xfrm>
          <a:prstGeom prst="rect">
            <a:avLst/>
          </a:prstGeom>
        </p:spPr>
      </p:pic>
      <p:pic>
        <p:nvPicPr>
          <p:cNvPr id="6" name="Hình ảnh 6" descr="Ảnh có chứa vẽ, thực phẩm, ký hiệu&#10;&#10;Mô tả được tự động tạo">
            <a:extLst>
              <a:ext uri="{FF2B5EF4-FFF2-40B4-BE49-F238E27FC236}">
                <a16:creationId xmlns:a16="http://schemas.microsoft.com/office/drawing/2014/main" id="{38417DA3-E65C-4D5E-9BB4-C59C95EC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3" y="263502"/>
            <a:ext cx="714375" cy="904875"/>
          </a:xfrm>
          <a:prstGeom prst="rect">
            <a:avLst/>
          </a:prstGeom>
        </p:spPr>
      </p:pic>
      <p:pic>
        <p:nvPicPr>
          <p:cNvPr id="7" name="Hình ảnh 7" descr="Ảnh có chứa vẽ&#10;&#10;Mô tả được tự động tạo">
            <a:extLst>
              <a:ext uri="{FF2B5EF4-FFF2-40B4-BE49-F238E27FC236}">
                <a16:creationId xmlns:a16="http://schemas.microsoft.com/office/drawing/2014/main" id="{C1E805C1-56AA-4D1B-8611-2DFDBA536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610" y="261764"/>
            <a:ext cx="790575" cy="790575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2B248F85-DBA9-4E75-8875-2BEC6179F096}"/>
              </a:ext>
            </a:extLst>
          </p:cNvPr>
          <p:cNvSpPr txBox="1"/>
          <p:nvPr/>
        </p:nvSpPr>
        <p:spPr>
          <a:xfrm>
            <a:off x="1654152" y="2605261"/>
            <a:ext cx="8883695" cy="16466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BÁO CÁO KHÓA LUẬN TỐT NGHIỆP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WEBSITE HỌC TIẾNG NHẬT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FDB05B91-6343-43E3-9AB0-510A3C1C36BE}"/>
              </a:ext>
            </a:extLst>
          </p:cNvPr>
          <p:cNvSpPr txBox="1"/>
          <p:nvPr/>
        </p:nvSpPr>
        <p:spPr>
          <a:xfrm>
            <a:off x="5291728" y="5519773"/>
            <a:ext cx="689248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viên thực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Việt Hoàng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16110076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Hứa Văn Lâm - 16110133</a:t>
            </a:r>
          </a:p>
          <a:p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GVHD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             Ths. Trần Công Tú</a:t>
            </a: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801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err="1">
                <a:latin typeface="Times New Roman"/>
                <a:cs typeface="Times New Roman"/>
              </a:rPr>
              <a:t>Nội</a:t>
            </a:r>
            <a:r>
              <a:rPr lang="en-US" sz="4000">
                <a:latin typeface="Times New Roman"/>
                <a:cs typeface="Times New Roman"/>
              </a:rPr>
              <a:t> dung </a:t>
            </a:r>
            <a:r>
              <a:rPr lang="en-US" sz="4000" err="1">
                <a:latin typeface="Times New Roman"/>
                <a:cs typeface="Times New Roman"/>
              </a:rPr>
              <a:t>trình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bày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 err="1">
                <a:latin typeface="Times New Roman"/>
                <a:cs typeface="Times New Roman"/>
              </a:rPr>
              <a:t>Giới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thiệu</a:t>
            </a:r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800" dirty="0" err="1">
                <a:latin typeface="Times New Roman"/>
                <a:cs typeface="Times New Roman"/>
              </a:rPr>
              <a:t>Khảo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sát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hiện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trạng</a:t>
            </a:r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800" dirty="0" err="1" smtClean="0">
                <a:latin typeface="Times New Roman"/>
                <a:cs typeface="Times New Roman"/>
              </a:rPr>
              <a:t>Thiết</a:t>
            </a:r>
            <a:r>
              <a:rPr lang="en-US" sz="2800" dirty="0" smtClean="0">
                <a:latin typeface="Times New Roman"/>
                <a:cs typeface="Times New Roman"/>
              </a:rPr>
              <a:t> </a:t>
            </a:r>
            <a:r>
              <a:rPr lang="en-US" sz="2800" dirty="0" err="1" smtClean="0">
                <a:latin typeface="Times New Roman"/>
                <a:cs typeface="Times New Roman"/>
              </a:rPr>
              <a:t>kế</a:t>
            </a:r>
            <a:r>
              <a:rPr lang="en-US" sz="2800" dirty="0" smtClean="0">
                <a:latin typeface="Times New Roman"/>
                <a:cs typeface="Times New Roman"/>
              </a:rPr>
              <a:t> CSDL</a:t>
            </a:r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800" dirty="0" err="1">
                <a:latin typeface="Times New Roman"/>
                <a:cs typeface="Times New Roman"/>
              </a:rPr>
              <a:t>Thiết</a:t>
            </a:r>
            <a:r>
              <a:rPr lang="en-US" sz="2800" dirty="0">
                <a:latin typeface="Times New Roman"/>
                <a:cs typeface="Times New Roman"/>
              </a:rPr>
              <a:t> </a:t>
            </a:r>
            <a:r>
              <a:rPr lang="en-US" sz="2800" dirty="0" err="1">
                <a:latin typeface="Times New Roman"/>
                <a:cs typeface="Times New Roman"/>
              </a:rPr>
              <a:t>kế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giao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diện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và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xử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lý</a:t>
            </a:r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Demo</a:t>
            </a:r>
          </a:p>
          <a:p>
            <a:pPr marL="457200" indent="-457200">
              <a:buAutoNum type="arabicPeriod"/>
            </a:pPr>
            <a:r>
              <a:rPr lang="en-US" sz="2800" dirty="0" err="1">
                <a:latin typeface="Times New Roman"/>
                <a:cs typeface="Times New Roman"/>
              </a:rPr>
              <a:t>Kết</a:t>
            </a:r>
            <a:r>
              <a:rPr lang="en-US" sz="2800" dirty="0">
                <a:latin typeface="Times New Roman"/>
                <a:cs typeface="Times New Roman"/>
              </a:rPr>
              <a:t> </a:t>
            </a:r>
            <a:r>
              <a:rPr lang="en-US" sz="2800" dirty="0" err="1">
                <a:latin typeface="Times New Roman"/>
                <a:cs typeface="Times New Roman"/>
              </a:rPr>
              <a:t>luận</a:t>
            </a:r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1. </a:t>
            </a:r>
            <a:r>
              <a:rPr lang="en-US" sz="4000" err="1">
                <a:latin typeface="Times New Roman"/>
                <a:cs typeface="Times New Roman"/>
              </a:rPr>
              <a:t>Giới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thiệu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800">
                <a:latin typeface="Times New Roman"/>
                <a:cs typeface="Times New Roman"/>
              </a:rPr>
              <a:t>Tính cấp thiết của đề tài:</a:t>
            </a:r>
            <a:endParaRPr lang="vi-VN" sz="2800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7C6424A-756A-45CA-8E35-B2405987881C}"/>
              </a:ext>
            </a:extLst>
          </p:cNvPr>
          <p:cNvSpPr txBox="1"/>
          <p:nvPr/>
        </p:nvSpPr>
        <p:spPr>
          <a:xfrm>
            <a:off x="1103509" y="2171422"/>
            <a:ext cx="4555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 err="1">
                <a:latin typeface="Times New Roman"/>
                <a:cs typeface="Times New Roman"/>
              </a:rPr>
              <a:t>Ngoại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ngữ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đóng</a:t>
            </a:r>
            <a:r>
              <a:rPr lang="vi-VN" sz="2000">
                <a:latin typeface="Times New Roman"/>
                <a:cs typeface="Times New Roman"/>
              </a:rPr>
              <a:t> vai </a:t>
            </a:r>
            <a:r>
              <a:rPr lang="vi-VN" sz="2000" err="1">
                <a:latin typeface="Times New Roman"/>
                <a:cs typeface="Times New Roman"/>
              </a:rPr>
              <a:t>trò</a:t>
            </a:r>
            <a:r>
              <a:rPr lang="vi-VN" sz="2000">
                <a:latin typeface="Times New Roman"/>
                <a:cs typeface="Times New Roman"/>
              </a:rPr>
              <a:t> quan </a:t>
            </a:r>
            <a:r>
              <a:rPr lang="vi-VN" sz="2000" err="1">
                <a:latin typeface="Times New Roman"/>
                <a:cs typeface="Times New Roman"/>
              </a:rPr>
              <a:t>trọng</a:t>
            </a:r>
            <a:endParaRPr lang="vi-VN" sz="2000">
              <a:latin typeface="Times New Roman"/>
              <a:cs typeface="Times New Roman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9DF0F19-26D9-4EB6-AC5C-5BD3E9B23565}"/>
              </a:ext>
            </a:extLst>
          </p:cNvPr>
          <p:cNvSpPr txBox="1"/>
          <p:nvPr/>
        </p:nvSpPr>
        <p:spPr>
          <a:xfrm>
            <a:off x="1103509" y="2573422"/>
            <a:ext cx="8227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 err="1">
                <a:latin typeface="Times New Roman"/>
                <a:cs typeface="Times New Roman"/>
              </a:rPr>
              <a:t>Tiếng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Nhật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là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lựa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chọn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phù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hợp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tiếp</a:t>
            </a:r>
            <a:r>
              <a:rPr lang="vi-VN" sz="2000">
                <a:latin typeface="Times New Roman"/>
                <a:cs typeface="Times New Roman"/>
              </a:rPr>
              <a:t> theo </a:t>
            </a:r>
            <a:r>
              <a:rPr lang="vi-VN" sz="2000" err="1">
                <a:latin typeface="Times New Roman"/>
                <a:cs typeface="Times New Roman"/>
              </a:rPr>
              <a:t>mà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chúng</a:t>
            </a:r>
            <a:r>
              <a:rPr lang="vi-VN" sz="2000">
                <a:latin typeface="Times New Roman"/>
                <a:cs typeface="Times New Roman"/>
              </a:rPr>
              <a:t> ta </a:t>
            </a:r>
            <a:r>
              <a:rPr lang="vi-VN" sz="2000" err="1">
                <a:latin typeface="Times New Roman"/>
                <a:cs typeface="Times New Roman"/>
              </a:rPr>
              <a:t>có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thể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hướng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đến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6A5D8B9-DF03-46E4-A576-F299FDB7A5E7}"/>
              </a:ext>
            </a:extLst>
          </p:cNvPr>
          <p:cNvSpPr txBox="1"/>
          <p:nvPr/>
        </p:nvSpPr>
        <p:spPr>
          <a:xfrm>
            <a:off x="1103509" y="2975422"/>
            <a:ext cx="8227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 err="1">
                <a:latin typeface="Times New Roman"/>
                <a:cs typeface="Times New Roman"/>
              </a:rPr>
              <a:t>Lý</a:t>
            </a:r>
            <a:r>
              <a:rPr lang="vi-VN" sz="2000">
                <a:latin typeface="Times New Roman"/>
                <a:cs typeface="Times New Roman"/>
              </a:rPr>
              <a:t> do: </a:t>
            </a:r>
            <a:endParaRPr lang="vi-VN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77CCB8B-53B7-4133-94D3-4A241E2079CB}"/>
              </a:ext>
            </a:extLst>
          </p:cNvPr>
          <p:cNvSpPr txBox="1"/>
          <p:nvPr/>
        </p:nvSpPr>
        <p:spPr>
          <a:xfrm>
            <a:off x="1103509" y="3431422"/>
            <a:ext cx="8815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Courier New"/>
              <a:buChar char="o"/>
            </a:pPr>
            <a:r>
              <a:rPr lang="vi-VN" sz="2000">
                <a:latin typeface="Times New Roman"/>
                <a:cs typeface="Times New Roman"/>
              </a:rPr>
              <a:t>Tăng thêm cơ </a:t>
            </a:r>
            <a:r>
              <a:rPr lang="vi-VN" sz="2000" err="1">
                <a:latin typeface="Times New Roman"/>
                <a:cs typeface="Times New Roman"/>
              </a:rPr>
              <a:t>hội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việc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làm</a:t>
            </a:r>
            <a:r>
              <a:rPr lang="vi-VN" sz="2000">
                <a:latin typeface="Times New Roman"/>
                <a:cs typeface="Times New Roman"/>
              </a:rPr>
              <a:t>, </a:t>
            </a:r>
            <a:r>
              <a:rPr lang="vi-VN" sz="2000" err="1">
                <a:latin typeface="Times New Roman"/>
                <a:cs typeface="Times New Roman"/>
              </a:rPr>
              <a:t>mức</a:t>
            </a:r>
            <a:r>
              <a:rPr lang="vi-VN" sz="2000">
                <a:latin typeface="Times New Roman"/>
                <a:cs typeface="Times New Roman"/>
              </a:rPr>
              <a:t> lương </a:t>
            </a:r>
            <a:r>
              <a:rPr lang="vi-VN" sz="2000" err="1">
                <a:latin typeface="Times New Roman"/>
                <a:cs typeface="Times New Roman"/>
              </a:rPr>
              <a:t>thưởng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hấp</a:t>
            </a:r>
            <a:r>
              <a:rPr lang="vi-VN" sz="2000">
                <a:latin typeface="Times New Roman"/>
                <a:cs typeface="Times New Roman"/>
              </a:rPr>
              <a:t> </a:t>
            </a:r>
            <a:r>
              <a:rPr lang="vi-VN" sz="2000" err="1">
                <a:latin typeface="Times New Roman"/>
                <a:cs typeface="Times New Roman"/>
              </a:rPr>
              <a:t>dẫn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B669DE82-0268-41C8-81D6-DE60A1A63AC2}"/>
              </a:ext>
            </a:extLst>
          </p:cNvPr>
          <p:cNvSpPr txBox="1"/>
          <p:nvPr/>
        </p:nvSpPr>
        <p:spPr>
          <a:xfrm>
            <a:off x="1103509" y="3833422"/>
            <a:ext cx="8815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Courier New"/>
              <a:buChar char="o"/>
            </a:pPr>
            <a:r>
              <a:rPr lang="vi-VN" sz="2000" err="1">
                <a:latin typeface="Times New Roman"/>
                <a:cs typeface="Times New Roman"/>
              </a:rPr>
              <a:t>Hiểu</a:t>
            </a:r>
            <a:r>
              <a:rPr lang="vi-VN" sz="2000">
                <a:latin typeface="Times New Roman"/>
                <a:cs typeface="Times New Roman"/>
              </a:rPr>
              <a:t> thêm văn </a:t>
            </a:r>
            <a:r>
              <a:rPr lang="vi-VN" sz="2000" err="1">
                <a:latin typeface="Times New Roman"/>
                <a:cs typeface="Times New Roman"/>
              </a:rPr>
              <a:t>hoá</a:t>
            </a:r>
            <a:r>
              <a:rPr lang="vi-VN" sz="2000">
                <a:latin typeface="Times New Roman"/>
                <a:cs typeface="Times New Roman"/>
              </a:rPr>
              <a:t>, </a:t>
            </a:r>
            <a:r>
              <a:rPr lang="vi-VN" sz="2000" err="1">
                <a:latin typeface="Times New Roman"/>
                <a:cs typeface="Times New Roman"/>
              </a:rPr>
              <a:t>lịch</a:t>
            </a:r>
            <a:r>
              <a:rPr lang="vi-VN" sz="2000">
                <a:latin typeface="Times New Roman"/>
                <a:cs typeface="Times New Roman"/>
              </a:rPr>
              <a:t> </a:t>
            </a:r>
            <a:r>
              <a:rPr lang="vi-VN" sz="2000" err="1">
                <a:latin typeface="Times New Roman"/>
                <a:cs typeface="Times New Roman"/>
              </a:rPr>
              <a:t>sử</a:t>
            </a:r>
            <a:r>
              <a:rPr lang="vi-VN" sz="2000">
                <a:latin typeface="Times New Roman"/>
                <a:cs typeface="Times New Roman"/>
              </a:rPr>
              <a:t>, con </a:t>
            </a:r>
            <a:r>
              <a:rPr lang="vi-VN" sz="2000" err="1">
                <a:latin typeface="Times New Roman"/>
                <a:cs typeface="Times New Roman"/>
              </a:rPr>
              <a:t>người</a:t>
            </a:r>
            <a:r>
              <a:rPr lang="vi-VN" sz="2000">
                <a:latin typeface="Times New Roman"/>
                <a:cs typeface="Times New Roman"/>
              </a:rPr>
              <a:t> </a:t>
            </a:r>
            <a:r>
              <a:rPr lang="vi-VN" sz="2000" err="1">
                <a:latin typeface="Times New Roman"/>
                <a:cs typeface="Times New Roman"/>
              </a:rPr>
              <a:t>Nhật</a:t>
            </a:r>
            <a:r>
              <a:rPr lang="vi-VN" sz="2000">
                <a:latin typeface="Times New Roman"/>
                <a:cs typeface="Times New Roman"/>
              </a:rPr>
              <a:t> 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0F86D54-F129-42C0-9505-96B1082CDCCB}"/>
              </a:ext>
            </a:extLst>
          </p:cNvPr>
          <p:cNvSpPr txBox="1"/>
          <p:nvPr/>
        </p:nvSpPr>
        <p:spPr>
          <a:xfrm>
            <a:off x="1103509" y="4235422"/>
            <a:ext cx="8815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Courier New"/>
              <a:buChar char="o"/>
            </a:pPr>
            <a:r>
              <a:rPr lang="vi-VN" sz="2000" dirty="0">
                <a:latin typeface="Times New Roman"/>
                <a:cs typeface="Times New Roman"/>
              </a:rPr>
              <a:t>Có những nét tương đồng giữa hai nước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F711810-B0BC-4143-BC2B-1E1BA9D24E2A}"/>
              </a:ext>
            </a:extLst>
          </p:cNvPr>
          <p:cNvSpPr txBox="1"/>
          <p:nvPr/>
        </p:nvSpPr>
        <p:spPr>
          <a:xfrm>
            <a:off x="1103509" y="4635407"/>
            <a:ext cx="997385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000" dirty="0">
                <a:ea typeface="+mn-lt"/>
                <a:cs typeface="+mn-lt"/>
              </a:rPr>
              <a:t>⇒ </a:t>
            </a:r>
            <a:r>
              <a:rPr lang="vi-VN" sz="2000" dirty="0">
                <a:latin typeface="Times New Roman"/>
                <a:cs typeface="Times New Roman"/>
              </a:rPr>
              <a:t>Vì vậy để có được một cách tự chủ trong việc học tập tiếng Nhật ta rất cần một ứng dụng để hiện thực hoá điều này, mà ở đó có thể giúp ta phát triển vốn ngôn ngữ của bản thân. </a:t>
            </a:r>
            <a:endParaRPr lang="vi-VN" sz="2000" dirty="0">
              <a:ea typeface="+mn-lt"/>
              <a:cs typeface="+mn-lt"/>
            </a:endParaRPr>
          </a:p>
          <a:p>
            <a:pPr algn="l"/>
            <a:endParaRPr lang="vi-V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57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7" grpId="0"/>
      <p:bldP spid="9" grpId="0"/>
      <p:bldP spid="11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1. </a:t>
            </a:r>
            <a:r>
              <a:rPr lang="en-US" sz="4000" err="1">
                <a:latin typeface="Times New Roman"/>
                <a:cs typeface="Times New Roman"/>
              </a:rPr>
              <a:t>Giới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thiệu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800" err="1">
                <a:latin typeface="Times New Roman"/>
                <a:cs typeface="Times New Roman"/>
              </a:rPr>
              <a:t>Mục</a:t>
            </a:r>
            <a:r>
              <a:rPr lang="vi-VN" sz="2800">
                <a:latin typeface="Times New Roman"/>
                <a:cs typeface="Times New Roman"/>
              </a:rPr>
              <a:t> tiêu </a:t>
            </a:r>
            <a:r>
              <a:rPr lang="vi-VN" sz="2800" err="1">
                <a:latin typeface="Times New Roman"/>
                <a:cs typeface="Times New Roman"/>
              </a:rPr>
              <a:t>đề</a:t>
            </a:r>
            <a:r>
              <a:rPr lang="vi-VN" sz="2800">
                <a:latin typeface="Times New Roman"/>
                <a:cs typeface="Times New Roman"/>
              </a:rPr>
              <a:t> </a:t>
            </a:r>
            <a:r>
              <a:rPr lang="vi-VN" sz="2800" err="1">
                <a:latin typeface="Times New Roman"/>
                <a:cs typeface="Times New Roman"/>
              </a:rPr>
              <a:t>tài</a:t>
            </a:r>
            <a:r>
              <a:rPr lang="vi-VN" sz="2800">
                <a:latin typeface="Times New Roman"/>
                <a:cs typeface="Times New Roman"/>
              </a:rPr>
              <a:t>:</a:t>
            </a:r>
            <a:endParaRPr lang="vi-VN" sz="2800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7C6424A-756A-45CA-8E35-B2405987881C}"/>
              </a:ext>
            </a:extLst>
          </p:cNvPr>
          <p:cNvSpPr txBox="1"/>
          <p:nvPr/>
        </p:nvSpPr>
        <p:spPr>
          <a:xfrm>
            <a:off x="1103509" y="2171422"/>
            <a:ext cx="4555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>
                <a:latin typeface="Times New Roman"/>
                <a:cs typeface="Times New Roman"/>
              </a:rPr>
              <a:t>Người dùng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9DF0F19-26D9-4EB6-AC5C-5BD3E9B23565}"/>
              </a:ext>
            </a:extLst>
          </p:cNvPr>
          <p:cNvSpPr txBox="1"/>
          <p:nvPr/>
        </p:nvSpPr>
        <p:spPr>
          <a:xfrm>
            <a:off x="1103509" y="2573422"/>
            <a:ext cx="8227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>
                <a:latin typeface="Times New Roman"/>
                <a:cs typeface="Times New Roman"/>
              </a:rPr>
              <a:t>Admin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73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1. </a:t>
            </a:r>
            <a:r>
              <a:rPr lang="en-US" sz="4000" err="1">
                <a:latin typeface="Times New Roman"/>
                <a:cs typeface="Times New Roman"/>
              </a:rPr>
              <a:t>Giới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thiệu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400">
                <a:latin typeface="Times New Roman"/>
                <a:cs typeface="Times New Roman"/>
              </a:rPr>
              <a:t>Phía người dùng: 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7C6424A-756A-45CA-8E35-B2405987881C}"/>
              </a:ext>
            </a:extLst>
          </p:cNvPr>
          <p:cNvSpPr txBox="1"/>
          <p:nvPr/>
        </p:nvSpPr>
        <p:spPr>
          <a:xfrm>
            <a:off x="1103509" y="2171422"/>
            <a:ext cx="997819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Giúp người dùng tiếp cận nhanh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Cung cấp các chủ đề học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Cung cấp các bài tập, thử thách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Cung cấp chức năng tự tạo khoá học, tự kiểm tra trên khoá học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Lưu lại lịch sử học tập của người dùng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Tương tác giữa người dùng, </a:t>
            </a:r>
            <a:r>
              <a:rPr lang="vi-VN" sz="2000" dirty="0" smtClean="0">
                <a:latin typeface="Times New Roman"/>
                <a:cs typeface="Times New Roman"/>
              </a:rPr>
              <a:t>giúp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smtClean="0">
                <a:latin typeface="Times New Roman"/>
                <a:cs typeface="Times New Roman"/>
              </a:rPr>
              <a:t>tăng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hứng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thú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khi</a:t>
            </a:r>
            <a:r>
              <a:rPr lang="en-US" sz="2000" dirty="0" smtClean="0">
                <a:latin typeface="Times New Roman"/>
                <a:cs typeface="Times New Roman"/>
              </a:rPr>
              <a:t> </a:t>
            </a:r>
            <a:r>
              <a:rPr lang="en-US" sz="2000" dirty="0" err="1" smtClean="0">
                <a:latin typeface="Times New Roman"/>
                <a:cs typeface="Times New Roman"/>
              </a:rPr>
              <a:t>vào</a:t>
            </a:r>
            <a:r>
              <a:rPr lang="en-US" sz="2000" dirty="0" smtClean="0">
                <a:latin typeface="Times New Roman"/>
                <a:cs typeface="Times New Roman"/>
              </a:rPr>
              <a:t> website</a:t>
            </a:r>
            <a:r>
              <a:rPr lang="vi-VN" sz="2000" dirty="0">
                <a:latin typeface="Times New Roman"/>
                <a:cs typeface="Times New Roman"/>
              </a:rPr>
              <a:t> 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79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1. </a:t>
            </a:r>
            <a:r>
              <a:rPr lang="en-US" sz="4000" err="1">
                <a:latin typeface="Times New Roman"/>
                <a:cs typeface="Times New Roman"/>
              </a:rPr>
              <a:t>Giới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thiệu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400" err="1">
                <a:latin typeface="Times New Roman"/>
                <a:cs typeface="Times New Roman"/>
              </a:rPr>
              <a:t>Phía</a:t>
            </a:r>
            <a:r>
              <a:rPr lang="vi-VN" sz="2400">
                <a:latin typeface="Times New Roman"/>
                <a:cs typeface="Times New Roman"/>
              </a:rPr>
              <a:t> </a:t>
            </a:r>
            <a:r>
              <a:rPr lang="vi-VN" sz="2400" err="1">
                <a:latin typeface="Times New Roman"/>
                <a:cs typeface="Times New Roman"/>
              </a:rPr>
              <a:t>admin</a:t>
            </a:r>
            <a:r>
              <a:rPr lang="vi-VN" sz="2400">
                <a:latin typeface="Times New Roman"/>
                <a:cs typeface="Times New Roman"/>
              </a:rPr>
              <a:t>: 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7C6424A-756A-45CA-8E35-B2405987881C}"/>
              </a:ext>
            </a:extLst>
          </p:cNvPr>
          <p:cNvSpPr txBox="1"/>
          <p:nvPr/>
        </p:nvSpPr>
        <p:spPr>
          <a:xfrm>
            <a:off x="1103509" y="2171422"/>
            <a:ext cx="997819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Quản lý người dùng: khoá tài khoản người dùng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Quản lý thử thách: tạo, chỉnh sửa và xoá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Quản lý chủ đề từ vựng: tạo, chỉnh sửa và xoá</a:t>
            </a:r>
          </a:p>
          <a:p>
            <a:pPr marL="342900" indent="-342900">
              <a:buFont typeface="Arial"/>
              <a:buChar char="•"/>
            </a:pPr>
            <a:r>
              <a:rPr lang="vi-VN" sz="2000" dirty="0">
                <a:latin typeface="Times New Roman"/>
                <a:cs typeface="Times New Roman"/>
              </a:rPr>
              <a:t>Quản lý bảng chữ cái: </a:t>
            </a:r>
            <a:r>
              <a:rPr lang="vi-VN" sz="2000" dirty="0" smtClean="0">
                <a:latin typeface="Times New Roman"/>
                <a:cs typeface="Times New Roman"/>
              </a:rPr>
              <a:t>tạo</a:t>
            </a:r>
            <a:r>
              <a:rPr lang="en-US" sz="2000" dirty="0" smtClean="0">
                <a:latin typeface="Times New Roman"/>
                <a:cs typeface="Times New Roman"/>
              </a:rPr>
              <a:t>,</a:t>
            </a:r>
            <a:r>
              <a:rPr lang="vi-VN" sz="2000" dirty="0" smtClean="0">
                <a:latin typeface="Times New Roman"/>
                <a:cs typeface="Times New Roman"/>
              </a:rPr>
              <a:t> </a:t>
            </a:r>
            <a:r>
              <a:rPr lang="vi-VN" sz="2000" dirty="0">
                <a:latin typeface="Times New Roman"/>
                <a:cs typeface="Times New Roman"/>
              </a:rPr>
              <a:t>chỉnh sửa và xoá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55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2. </a:t>
            </a:r>
            <a:r>
              <a:rPr lang="en-US" sz="4000" err="1">
                <a:latin typeface="Times New Roman"/>
                <a:cs typeface="Times New Roman"/>
              </a:rPr>
              <a:t>Khảo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sát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hiện</a:t>
            </a:r>
            <a:r>
              <a:rPr lang="en-US" sz="4000">
                <a:latin typeface="Times New Roman"/>
                <a:cs typeface="Times New Roman"/>
              </a:rPr>
              <a:t> </a:t>
            </a:r>
            <a:r>
              <a:rPr lang="en-US" sz="4000" err="1">
                <a:latin typeface="Times New Roman"/>
                <a:cs typeface="Times New Roman"/>
              </a:rPr>
              <a:t>trạng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400" err="1">
                <a:latin typeface="Times New Roman"/>
                <a:cs typeface="Times New Roman"/>
              </a:rPr>
              <a:t>Website</a:t>
            </a:r>
            <a:r>
              <a:rPr lang="vi-VN" sz="2400">
                <a:latin typeface="Times New Roman"/>
                <a:cs typeface="Times New Roman"/>
              </a:rPr>
              <a:t> 1: </a:t>
            </a:r>
            <a:r>
              <a:rPr lang="vi-VN" sz="2400">
                <a:latin typeface="Times New Roman"/>
                <a:ea typeface="+mn-lt"/>
                <a:cs typeface="+mn-lt"/>
              </a:rPr>
              <a:t>“NHK WORLD - JAPAN”</a:t>
            </a:r>
            <a:endParaRPr lang="vi-VN" sz="2400">
              <a:latin typeface="Times New Roman"/>
              <a:cs typeface="Times New Roman"/>
            </a:endParaRPr>
          </a:p>
        </p:txBody>
      </p:sp>
      <p:pic>
        <p:nvPicPr>
          <p:cNvPr id="5" name="Hình ảnh 5" descr="Ảnh có chứa ảnh chụp màn hình&#10;&#10;Mô tả được tự động tạo">
            <a:extLst>
              <a:ext uri="{FF2B5EF4-FFF2-40B4-BE49-F238E27FC236}">
                <a16:creationId xmlns:a16="http://schemas.microsoft.com/office/drawing/2014/main" id="{02F7713A-BB8A-42E4-85FD-17C6DE86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37" y="2443162"/>
            <a:ext cx="7324725" cy="3651675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2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2. Khảo sát hiện trạng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400" err="1">
                <a:latin typeface="Times New Roman"/>
                <a:cs typeface="Times New Roman"/>
              </a:rPr>
              <a:t>Website</a:t>
            </a:r>
            <a:r>
              <a:rPr lang="vi-VN" sz="2400">
                <a:latin typeface="Times New Roman"/>
                <a:cs typeface="Times New Roman"/>
              </a:rPr>
              <a:t> 2: </a:t>
            </a:r>
            <a:r>
              <a:rPr lang="vi-VN" sz="2400">
                <a:latin typeface="Times New Roman"/>
                <a:ea typeface="+mn-lt"/>
                <a:cs typeface="+mn-lt"/>
              </a:rPr>
              <a:t>“</a:t>
            </a:r>
            <a:r>
              <a:rPr lang="vi-VN" sz="2400" err="1">
                <a:latin typeface="Times New Roman"/>
                <a:ea typeface="+mn-lt"/>
                <a:cs typeface="+mn-lt"/>
              </a:rPr>
              <a:t>Duolingo</a:t>
            </a:r>
            <a:r>
              <a:rPr lang="vi-VN" sz="2400">
                <a:latin typeface="Times New Roman"/>
                <a:ea typeface="+mn-lt"/>
                <a:cs typeface="+mn-lt"/>
              </a:rPr>
              <a:t>”</a:t>
            </a:r>
            <a:endParaRPr lang="vi-VN" sz="2400">
              <a:latin typeface="Times New Roman"/>
              <a:cs typeface="Times New Roman"/>
            </a:endParaRPr>
          </a:p>
        </p:txBody>
      </p:sp>
      <p:pic>
        <p:nvPicPr>
          <p:cNvPr id="3" name="Hình ảnh 5" descr="Ảnh có chứa ảnh chụp màn hình&#10;&#10;Mô tả được tự động tạo">
            <a:extLst>
              <a:ext uri="{FF2B5EF4-FFF2-40B4-BE49-F238E27FC236}">
                <a16:creationId xmlns:a16="http://schemas.microsoft.com/office/drawing/2014/main" id="{B099A295-820C-4430-9F81-14D51FE27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37" y="2170687"/>
            <a:ext cx="9377325" cy="4454625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38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2. Khảo sát hiện trạng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2077CAF-0911-4288-8FCC-652B3AFF1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69844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vi-VN" sz="2400" dirty="0">
                <a:latin typeface="Times New Roman"/>
                <a:cs typeface="Times New Roman"/>
              </a:rPr>
              <a:t>Website </a:t>
            </a:r>
            <a:r>
              <a:rPr lang="en-US" sz="2400" smtClean="0">
                <a:latin typeface="Times New Roman"/>
                <a:cs typeface="Times New Roman"/>
              </a:rPr>
              <a:t>3</a:t>
            </a:r>
            <a:r>
              <a:rPr lang="vi-VN" sz="2400" smtClean="0">
                <a:latin typeface="Times New Roman"/>
                <a:cs typeface="Times New Roman"/>
              </a:rPr>
              <a:t>:</a:t>
            </a:r>
            <a:r>
              <a:rPr lang="vi-VN" sz="2400" dirty="0">
                <a:latin typeface="Times New Roman"/>
                <a:cs typeface="Times New Roman"/>
              </a:rPr>
              <a:t> </a:t>
            </a:r>
            <a:r>
              <a:rPr lang="vi-VN" sz="2400" dirty="0">
                <a:latin typeface="Times New Roman"/>
                <a:ea typeface="+mn-lt"/>
                <a:cs typeface="+mn-lt"/>
              </a:rPr>
              <a:t>“Minano Nigongo”</a:t>
            </a:r>
            <a:endParaRPr lang="vi-VN" sz="2400" dirty="0">
              <a:latin typeface="Times New Roman"/>
              <a:cs typeface="Times New Roman"/>
            </a:endParaRPr>
          </a:p>
        </p:txBody>
      </p:sp>
      <p:pic>
        <p:nvPicPr>
          <p:cNvPr id="5" name="Hình ảnh 5" descr="Ảnh có chứa ảnh chụp màn hình&#10;&#10;Mô tả được tự động tạo">
            <a:extLst>
              <a:ext uri="{FF2B5EF4-FFF2-40B4-BE49-F238E27FC236}">
                <a16:creationId xmlns:a16="http://schemas.microsoft.com/office/drawing/2014/main" id="{42F8856C-42BE-4B37-919D-9B4F4CF6F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87" y="2076300"/>
            <a:ext cx="9554025" cy="44934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4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CSDL</a:t>
            </a:r>
            <a:endParaRPr lang="en-US" dirty="0"/>
          </a:p>
        </p:txBody>
      </p:sp>
      <p:pic>
        <p:nvPicPr>
          <p:cNvPr id="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47" y="1322019"/>
            <a:ext cx="8566988" cy="54128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04900" y="1371600"/>
            <a:ext cx="4914900" cy="48005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a)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810161"/>
            <a:ext cx="8832529" cy="4685889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71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04900" y="1371600"/>
            <a:ext cx="4914900" cy="48005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a)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29" y="1699863"/>
            <a:ext cx="9669224" cy="500132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77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5. Demo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BF3F5286-930D-4F70-815F-5E21E46F64DB}"/>
              </a:ext>
            </a:extLst>
          </p:cNvPr>
          <p:cNvSpPr txBox="1"/>
          <p:nvPr/>
        </p:nvSpPr>
        <p:spPr>
          <a:xfrm>
            <a:off x="4724400" y="3074695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4000">
                <a:latin typeface="Times New Roman"/>
                <a:cs typeface="Times New Roman"/>
              </a:rPr>
              <a:t>Demo</a:t>
            </a:r>
            <a:endParaRPr lang="vi-VN" sz="40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5. Kết luận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AC0FE78-96CC-4BC9-BB45-27A127E0A80B}"/>
              </a:ext>
            </a:extLst>
          </p:cNvPr>
          <p:cNvSpPr txBox="1"/>
          <p:nvPr/>
        </p:nvSpPr>
        <p:spPr>
          <a:xfrm>
            <a:off x="1103509" y="1526225"/>
            <a:ext cx="997941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/>
              <a:t>Ưu điểm: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Dễ dàng thao tác sử dụng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Người dùng có thể tạo khoá học với những từ ngữ mà bản thân muốn luyện tập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Người dùng học được các từ ngữ, đoạn hội thoại có tính áp dụng cao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Người dùng có thể tương tác với nhau thông qua mục bình luận và nhắn tin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Sử dụng hai ngôn ngữ song song là tiếng Anh và tiếng Việt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Triển khai trên các nền tảng duyệt web khác nhau</a:t>
            </a:r>
          </a:p>
          <a:p>
            <a:endParaRPr lang="vi-V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8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5. Kết luận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AC0FE78-96CC-4BC9-BB45-27A127E0A80B}"/>
              </a:ext>
            </a:extLst>
          </p:cNvPr>
          <p:cNvSpPr txBox="1"/>
          <p:nvPr/>
        </p:nvSpPr>
        <p:spPr>
          <a:xfrm>
            <a:off x="1103509" y="1526225"/>
            <a:ext cx="997941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/>
              <a:t>Nhược điểm: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Ứng dụng chưa hoàn thành được tất cả các tính năng đề ra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Còn một vài trải nghiệm chưa tốt khi sử dụng trang web</a:t>
            </a:r>
            <a:endParaRPr lang="vi-VN" dirty="0"/>
          </a:p>
          <a:p>
            <a:endParaRPr lang="vi-V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02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5. Kết luận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AC0FE78-96CC-4BC9-BB45-27A127E0A80B}"/>
              </a:ext>
            </a:extLst>
          </p:cNvPr>
          <p:cNvSpPr txBox="1"/>
          <p:nvPr/>
        </p:nvSpPr>
        <p:spPr>
          <a:xfrm>
            <a:off x="1103509" y="1526225"/>
            <a:ext cx="997941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/>
              <a:t>Hướng phát triển: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Hoàn thiện các tính năng còn lại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vi-VN"/>
              <a:t>Cải thiện trải nghiệm UI/UX của trang web</a:t>
            </a:r>
            <a:endParaRPr lang="vi-VN" dirty="0"/>
          </a:p>
          <a:p>
            <a:endParaRPr lang="vi-V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70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1032</Words>
  <Application>Microsoft Office PowerPoint</Application>
  <PresentationFormat>Widescreen</PresentationFormat>
  <Paragraphs>169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Euphemia</vt:lpstr>
      <vt:lpstr>Plantagenet Cherokee</vt:lpstr>
      <vt:lpstr>Arial</vt:lpstr>
      <vt:lpstr>Courier New</vt:lpstr>
      <vt:lpstr>Times New Roman</vt:lpstr>
      <vt:lpstr>Wingdings</vt:lpstr>
      <vt:lpstr>Academic Literature 16x9</vt:lpstr>
      <vt:lpstr>PowerPoint Presentation</vt:lpstr>
      <vt:lpstr>Nội dung trình bày</vt:lpstr>
      <vt:lpstr>1. Giới thiệu</vt:lpstr>
      <vt:lpstr>1. Giới thiệu</vt:lpstr>
      <vt:lpstr>1. Giới thiệu</vt:lpstr>
      <vt:lpstr>1. Giới thiệu</vt:lpstr>
      <vt:lpstr>2. Khảo sát hiện trạng</vt:lpstr>
      <vt:lpstr>2. Khảo sát hiện trạng</vt:lpstr>
      <vt:lpstr>2. Khảo sát hiện trạng</vt:lpstr>
      <vt:lpstr>3. Thiết kế CSDL</vt:lpstr>
      <vt:lpstr>4. Thiết kế giao diện và xử lý</vt:lpstr>
      <vt:lpstr>4. Thiết kế giao diện và xử lý</vt:lpstr>
      <vt:lpstr>5. Demo</vt:lpstr>
      <vt:lpstr>5. Kết luận</vt:lpstr>
      <vt:lpstr>5. Kết luận</vt:lpstr>
      <vt:lpstr>5. 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/>
  <cp:lastModifiedBy>Lâm Hứa</cp:lastModifiedBy>
  <cp:revision>112</cp:revision>
  <dcterms:created xsi:type="dcterms:W3CDTF">2020-07-11T08:25:05Z</dcterms:created>
  <dcterms:modified xsi:type="dcterms:W3CDTF">2020-07-15T15:05:38Z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